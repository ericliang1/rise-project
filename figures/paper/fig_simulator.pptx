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539472" cy="334975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_sim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539472" cy="33497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
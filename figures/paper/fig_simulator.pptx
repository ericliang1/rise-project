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613392" cy="3307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_simul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613392" cy="3307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
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600" b="1">
                <a:solidFill>
                  <a:srgbClr val="0B0B0B"/>
                </a:solidFill>
                <a:latin typeface="Calibri"/>
              </a:rPr>
              <a:t>A. Mean absolute contribution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DeepSets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dLbls>
            <c:numFmt formatCode="0.00" sourceLinked="0"/>
            <c:txPr>
              <a:bodyPr/>
              <a:lstStyle/>
              <a:p>
                <a:pPr>
                  <a:defRPr sz="1100">
                    <a:solidFill>
                      <a:srgbClr val="52514E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Fit quality</c:v>
                </c:pt>
                <c:pt idx="1">
                  <c:v>Wind-error sensitivity</c:v>
                </c:pt>
                <c:pt idx="2">
                  <c:v>Sensor visibility</c:v>
                </c:pt>
                <c:pt idx="3">
                  <c:v>Source evidence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0.41591912649999996</c:v>
                </c:pt>
                <c:pt idx="1">
                  <c:v>0.6838756185</c:v>
                </c:pt>
                <c:pt idx="2">
                  <c:v>0.6930260875</c:v>
                </c:pt>
                <c:pt idx="3">
                  <c:v>1.6216667365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GNN</c:v>
                </c:pt>
              </c:strCache>
            </c:strRef>
          </c:tx>
          <c:spPr>
            <a:solidFill>
              <a:srgbClr val="C94040"/>
            </a:solidFill>
            <a:ln>
              <a:noFill/>
            </a:ln>
          </c:spPr>
          <c:dLbls>
            <c:numFmt formatCode="0.00" sourceLinked="0"/>
            <c:txPr>
              <a:bodyPr/>
              <a:lstStyle/>
              <a:p>
                <a:pPr>
                  <a:defRPr sz="1100">
                    <a:solidFill>
                      <a:srgbClr val="52514E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Fit quality</c:v>
                </c:pt>
                <c:pt idx="1">
                  <c:v>Wind-error sensitivity</c:v>
                </c:pt>
                <c:pt idx="2">
                  <c:v>Sensor visibility</c:v>
                </c:pt>
                <c:pt idx="3">
                  <c:v>Source evidence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0.31108531000000006</c:v>
                </c:pt>
                <c:pt idx="1">
                  <c:v>0.6876160455</c:v>
                </c:pt>
                <c:pt idx="2">
                  <c:v>0.702787211</c:v>
                </c:pt>
                <c:pt idx="3">
                  <c:v>1.729931012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Set Transformer</c:v>
                </c:pt>
              </c:strCache>
            </c:strRef>
          </c:tx>
          <c:spPr>
            <a:solidFill>
              <a:srgbClr val="1BAF7A"/>
            </a:solidFill>
            <a:ln>
              <a:noFill/>
            </a:ln>
          </c:spPr>
          <c:dLbls>
            <c:numFmt formatCode="0.00" sourceLinked="0"/>
            <c:txPr>
              <a:bodyPr/>
              <a:lstStyle/>
              <a:p>
                <a:pPr>
                  <a:defRPr sz="1100">
                    <a:solidFill>
                      <a:srgbClr val="52514E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Fit quality</c:v>
                </c:pt>
                <c:pt idx="1">
                  <c:v>Wind-error sensitivity</c:v>
                </c:pt>
                <c:pt idx="2">
                  <c:v>Sensor visibility</c:v>
                </c:pt>
                <c:pt idx="3">
                  <c:v>Source evidence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0.3839341755</c:v>
                </c:pt>
                <c:pt idx="1">
                  <c:v>0.7066139135000001</c:v>
                </c:pt>
                <c:pt idx="2">
                  <c:v>0.734491382</c:v>
                </c:pt>
                <c:pt idx="3">
                  <c:v>1.6956115215</c:v>
                </c:pt>
              </c:numCache>
            </c:numRef>
          </c:val>
        </c:ser>
        <c:gapWidth val="4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1E0D9"/>
            </a:solidFill>
          </a:ln>
        </c:spPr>
        <c:txPr>
          <a:bodyPr/>
          <a:lstStyle/>
          <a:p>
            <a:pPr>
              <a:defRPr sz="1300">
                <a:solidFill>
                  <a:srgbClr val="52514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>
          <c:spPr>
            <a:ln w="9525">
              <a:solidFill>
                <a:srgbClr val="E1E0D9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300" b="0">
                    <a:solidFill>
                      <a:srgbClr val="52514E"/>
                    </a:solidFill>
                    <a:latin typeface="Calibri"/>
                  </a:rPr>
                  <a:t>mean |Shapley value| (nats)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E1E0D9"/>
            </a:solidFill>
          </a:ln>
        </c:spPr>
        <c:txPr>
          <a:bodyPr/>
          <a:lstStyle/>
          <a:p>
            <a:pPr>
              <a:defRPr sz="1200">
                <a:solidFill>
                  <a:srgbClr val="52514E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>
              <a:solidFill>
                <a:srgbClr val="52514E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600" b="1">
                <a:solidFill>
                  <a:srgbClr val="0B0B0B"/>
                </a:solidFill>
                <a:latin typeface="Calibri"/>
              </a:rPr>
              <a:t>B. Per-scenario values — DeepSets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4–6 masts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5"/>
            <c:spPr>
              <a:solidFill>
                <a:srgbClr val="4903A0"/>
              </a:solidFill>
              <a:ln>
                <a:noFill/>
              </a:ln>
            </c:spPr>
          </c:marker>
          <c:xVal>
            <c:numRef>
              <c:f>Sheet1!$A$2:$A$573</c:f>
              <c:numCache>
                <c:formatCode>General</c:formatCode>
                <c:ptCount val="572"/>
                <c:pt idx="0">
                  <c:v>6.262816</c:v>
                </c:pt>
                <c:pt idx="1">
                  <c:v>-0.11536</c:v>
                </c:pt>
                <c:pt idx="2">
                  <c:v>0.351523</c:v>
                </c:pt>
                <c:pt idx="3">
                  <c:v>5.082003</c:v>
                </c:pt>
                <c:pt idx="4">
                  <c:v>-0.032527</c:v>
                </c:pt>
                <c:pt idx="5">
                  <c:v>6.579088</c:v>
                </c:pt>
                <c:pt idx="6">
                  <c:v>0.408801</c:v>
                </c:pt>
                <c:pt idx="7">
                  <c:v>0.087769</c:v>
                </c:pt>
                <c:pt idx="8">
                  <c:v>-0.493022</c:v>
                </c:pt>
                <c:pt idx="9">
                  <c:v>0.785639</c:v>
                </c:pt>
                <c:pt idx="10">
                  <c:v>0.183269</c:v>
                </c:pt>
                <c:pt idx="11">
                  <c:v>-0.451705</c:v>
                </c:pt>
                <c:pt idx="12">
                  <c:v>-0.068615</c:v>
                </c:pt>
                <c:pt idx="13">
                  <c:v>1.793118</c:v>
                </c:pt>
                <c:pt idx="14">
                  <c:v>1.268959</c:v>
                </c:pt>
                <c:pt idx="15">
                  <c:v>-0.12885</c:v>
                </c:pt>
                <c:pt idx="16">
                  <c:v>1.883253</c:v>
                </c:pt>
                <c:pt idx="17">
                  <c:v>3.002112</c:v>
                </c:pt>
                <c:pt idx="18">
                  <c:v>1.072597</c:v>
                </c:pt>
                <c:pt idx="19">
                  <c:v>0.835096</c:v>
                </c:pt>
                <c:pt idx="20">
                  <c:v>0.541948</c:v>
                </c:pt>
                <c:pt idx="21">
                  <c:v>2.491999</c:v>
                </c:pt>
                <c:pt idx="22">
                  <c:v>5.946154</c:v>
                </c:pt>
                <c:pt idx="23">
                  <c:v>1.083471</c:v>
                </c:pt>
                <c:pt idx="24">
                  <c:v>1.602869</c:v>
                </c:pt>
                <c:pt idx="25">
                  <c:v>1.247628</c:v>
                </c:pt>
                <c:pt idx="26">
                  <c:v>2.325278</c:v>
                </c:pt>
                <c:pt idx="27">
                  <c:v>0.863558</c:v>
                </c:pt>
                <c:pt idx="28">
                  <c:v>0.041569</c:v>
                </c:pt>
                <c:pt idx="29">
                  <c:v>1.513582</c:v>
                </c:pt>
                <c:pt idx="30">
                  <c:v>0.037556</c:v>
                </c:pt>
                <c:pt idx="31">
                  <c:v>1.013336</c:v>
                </c:pt>
                <c:pt idx="32">
                  <c:v>0.491629</c:v>
                </c:pt>
                <c:pt idx="33">
                  <c:v>-0.136612</c:v>
                </c:pt>
                <c:pt idx="34">
                  <c:v>1.024671</c:v>
                </c:pt>
                <c:pt idx="35">
                  <c:v>1.669695</c:v>
                </c:pt>
                <c:pt idx="36">
                  <c:v>-0.27019</c:v>
                </c:pt>
                <c:pt idx="37">
                  <c:v>1.584496</c:v>
                </c:pt>
                <c:pt idx="38">
                  <c:v>0.800832</c:v>
                </c:pt>
                <c:pt idx="39">
                  <c:v>1.220989</c:v>
                </c:pt>
                <c:pt idx="40">
                  <c:v>1.746565</c:v>
                </c:pt>
                <c:pt idx="41">
                  <c:v>-0.033216</c:v>
                </c:pt>
                <c:pt idx="42">
                  <c:v>2.758396</c:v>
                </c:pt>
                <c:pt idx="43">
                  <c:v>-0.066195</c:v>
                </c:pt>
                <c:pt idx="44">
                  <c:v>0.55394</c:v>
                </c:pt>
                <c:pt idx="45">
                  <c:v>0.690816</c:v>
                </c:pt>
                <c:pt idx="46">
                  <c:v>-0.504351</c:v>
                </c:pt>
                <c:pt idx="47">
                  <c:v>3.844238</c:v>
                </c:pt>
                <c:pt idx="48">
                  <c:v>0.012591</c:v>
                </c:pt>
                <c:pt idx="49">
                  <c:v>1.488575</c:v>
                </c:pt>
                <c:pt idx="50">
                  <c:v>2.418179</c:v>
                </c:pt>
                <c:pt idx="51">
                  <c:v>-0.026293</c:v>
                </c:pt>
                <c:pt idx="52">
                  <c:v>4.444311</c:v>
                </c:pt>
                <c:pt idx="53">
                  <c:v>0.224539</c:v>
                </c:pt>
                <c:pt idx="54">
                  <c:v>2.740151</c:v>
                </c:pt>
                <c:pt idx="55">
                  <c:v>1.170243</c:v>
                </c:pt>
                <c:pt idx="56">
                  <c:v>4.25783</c:v>
                </c:pt>
                <c:pt idx="57">
                  <c:v>0.489728</c:v>
                </c:pt>
                <c:pt idx="58">
                  <c:v>0.812137</c:v>
                </c:pt>
                <c:pt idx="59">
                  <c:v>3.302397</c:v>
                </c:pt>
                <c:pt idx="60">
                  <c:v>0.768512</c:v>
                </c:pt>
                <c:pt idx="61">
                  <c:v>-0.025717</c:v>
                </c:pt>
                <c:pt idx="62">
                  <c:v>2.601381</c:v>
                </c:pt>
                <c:pt idx="63">
                  <c:v>0.463714</c:v>
                </c:pt>
                <c:pt idx="64">
                  <c:v>2.344335</c:v>
                </c:pt>
                <c:pt idx="65">
                  <c:v>1.614727</c:v>
                </c:pt>
                <c:pt idx="66">
                  <c:v>1.634831</c:v>
                </c:pt>
                <c:pt idx="67">
                  <c:v>1.139863</c:v>
                </c:pt>
                <c:pt idx="68">
                  <c:v>-0.125599</c:v>
                </c:pt>
                <c:pt idx="69">
                  <c:v>1.351954</c:v>
                </c:pt>
                <c:pt idx="70">
                  <c:v>2.437048</c:v>
                </c:pt>
                <c:pt idx="71">
                  <c:v>0.007063</c:v>
                </c:pt>
                <c:pt idx="72">
                  <c:v>0.010506</c:v>
                </c:pt>
                <c:pt idx="73">
                  <c:v>0.057678</c:v>
                </c:pt>
                <c:pt idx="74">
                  <c:v>0.397954</c:v>
                </c:pt>
                <c:pt idx="75">
                  <c:v>0.08647</c:v>
                </c:pt>
                <c:pt idx="76">
                  <c:v>1.197426</c:v>
                </c:pt>
                <c:pt idx="77">
                  <c:v>3.542565</c:v>
                </c:pt>
                <c:pt idx="78">
                  <c:v>1.130531</c:v>
                </c:pt>
                <c:pt idx="79">
                  <c:v>3.35625</c:v>
                </c:pt>
                <c:pt idx="80">
                  <c:v>-0.364975</c:v>
                </c:pt>
                <c:pt idx="81">
                  <c:v>1.197702</c:v>
                </c:pt>
                <c:pt idx="82">
                  <c:v>0.660091</c:v>
                </c:pt>
                <c:pt idx="83">
                  <c:v>2.782841</c:v>
                </c:pt>
                <c:pt idx="84">
                  <c:v>4.106574</c:v>
                </c:pt>
                <c:pt idx="85">
                  <c:v>0.713375</c:v>
                </c:pt>
                <c:pt idx="86">
                  <c:v>3.307472</c:v>
                </c:pt>
                <c:pt idx="87">
                  <c:v>-0.534135</c:v>
                </c:pt>
                <c:pt idx="88">
                  <c:v>2.4696</c:v>
                </c:pt>
                <c:pt idx="89">
                  <c:v>4.935572</c:v>
                </c:pt>
                <c:pt idx="90">
                  <c:v>4.862885</c:v>
                </c:pt>
                <c:pt idx="91">
                  <c:v>2.472001</c:v>
                </c:pt>
                <c:pt idx="92">
                  <c:v>-0.608113</c:v>
                </c:pt>
                <c:pt idx="93">
                  <c:v>4.064706</c:v>
                </c:pt>
                <c:pt idx="94">
                  <c:v>1.629951</c:v>
                </c:pt>
                <c:pt idx="95">
                  <c:v>0.166574</c:v>
                </c:pt>
                <c:pt idx="96">
                  <c:v>0.54248</c:v>
                </c:pt>
                <c:pt idx="97">
                  <c:v>0.331266</c:v>
                </c:pt>
                <c:pt idx="98">
                  <c:v>0.280783</c:v>
                </c:pt>
                <c:pt idx="99">
                  <c:v>-0.096106</c:v>
                </c:pt>
                <c:pt idx="100">
                  <c:v>1.802162</c:v>
                </c:pt>
                <c:pt idx="101">
                  <c:v>1.350173</c:v>
                </c:pt>
                <c:pt idx="102">
                  <c:v>0.60021</c:v>
                </c:pt>
                <c:pt idx="103">
                  <c:v>-0.002715</c:v>
                </c:pt>
                <c:pt idx="104">
                  <c:v>1.19697</c:v>
                </c:pt>
                <c:pt idx="105">
                  <c:v>-0.001267</c:v>
                </c:pt>
                <c:pt idx="106">
                  <c:v>1.349454</c:v>
                </c:pt>
                <c:pt idx="107">
                  <c:v>2.385994</c:v>
                </c:pt>
                <c:pt idx="108">
                  <c:v>5.535178</c:v>
                </c:pt>
                <c:pt idx="109">
                  <c:v>0.205671</c:v>
                </c:pt>
                <c:pt idx="110">
                  <c:v>0.889281</c:v>
                </c:pt>
                <c:pt idx="111">
                  <c:v>0.471362</c:v>
                </c:pt>
                <c:pt idx="112">
                  <c:v>2.310229</c:v>
                </c:pt>
                <c:pt idx="113">
                  <c:v>4.779548</c:v>
                </c:pt>
                <c:pt idx="114">
                  <c:v>0.095089</c:v>
                </c:pt>
                <c:pt idx="115">
                  <c:v>-0.034978</c:v>
                </c:pt>
                <c:pt idx="116">
                  <c:v>1.148425</c:v>
                </c:pt>
                <c:pt idx="117">
                  <c:v>2.112331</c:v>
                </c:pt>
                <c:pt idx="118">
                  <c:v>0.127452</c:v>
                </c:pt>
                <c:pt idx="119">
                  <c:v>1.25882</c:v>
                </c:pt>
                <c:pt idx="120">
                  <c:v>3.073329</c:v>
                </c:pt>
                <c:pt idx="121">
                  <c:v>1.780742</c:v>
                </c:pt>
                <c:pt idx="122">
                  <c:v>0.271642</c:v>
                </c:pt>
                <c:pt idx="123">
                  <c:v>0.28411</c:v>
                </c:pt>
                <c:pt idx="124">
                  <c:v>4.697893</c:v>
                </c:pt>
                <c:pt idx="125">
                  <c:v>2.165419</c:v>
                </c:pt>
                <c:pt idx="126">
                  <c:v>0.456452</c:v>
                </c:pt>
                <c:pt idx="127">
                  <c:v>0.547088</c:v>
                </c:pt>
                <c:pt idx="128">
                  <c:v>3.142536</c:v>
                </c:pt>
                <c:pt idx="129">
                  <c:v>1.107551</c:v>
                </c:pt>
                <c:pt idx="130">
                  <c:v>0.642155</c:v>
                </c:pt>
                <c:pt idx="131">
                  <c:v>0.935855</c:v>
                </c:pt>
                <c:pt idx="132">
                  <c:v>1.328392</c:v>
                </c:pt>
                <c:pt idx="133">
                  <c:v>1.373336</c:v>
                </c:pt>
                <c:pt idx="134">
                  <c:v>1.854969</c:v>
                </c:pt>
                <c:pt idx="135">
                  <c:v>0.668144</c:v>
                </c:pt>
                <c:pt idx="136">
                  <c:v>4.714545</c:v>
                </c:pt>
                <c:pt idx="137">
                  <c:v>0.688977</c:v>
                </c:pt>
                <c:pt idx="138">
                  <c:v>0.253852</c:v>
                </c:pt>
                <c:pt idx="139">
                  <c:v>1.721651</c:v>
                </c:pt>
                <c:pt idx="140">
                  <c:v>-0.00869</c:v>
                </c:pt>
                <c:pt idx="141">
                  <c:v>1.275313</c:v>
                </c:pt>
                <c:pt idx="142">
                  <c:v>0.037554</c:v>
                </c:pt>
                <c:pt idx="143">
                  <c:v>-0.965542</c:v>
                </c:pt>
                <c:pt idx="144">
                  <c:v>0.329397</c:v>
                </c:pt>
                <c:pt idx="145">
                  <c:v>0.672734</c:v>
                </c:pt>
                <c:pt idx="146">
                  <c:v>-0.8019</c:v>
                </c:pt>
                <c:pt idx="147">
                  <c:v>1.037065</c:v>
                </c:pt>
                <c:pt idx="148">
                  <c:v>-1.668745</c:v>
                </c:pt>
                <c:pt idx="149">
                  <c:v>0.278486</c:v>
                </c:pt>
                <c:pt idx="150">
                  <c:v>-1.328922</c:v>
                </c:pt>
                <c:pt idx="151">
                  <c:v>-0.821483</c:v>
                </c:pt>
                <c:pt idx="152">
                  <c:v>1.00797</c:v>
                </c:pt>
                <c:pt idx="153">
                  <c:v>0.037674</c:v>
                </c:pt>
                <c:pt idx="154">
                  <c:v>-0.622436</c:v>
                </c:pt>
                <c:pt idx="155">
                  <c:v>0.579907</c:v>
                </c:pt>
                <c:pt idx="156">
                  <c:v>-0.066652</c:v>
                </c:pt>
                <c:pt idx="157">
                  <c:v>0.455171</c:v>
                </c:pt>
                <c:pt idx="158">
                  <c:v>1.010816</c:v>
                </c:pt>
                <c:pt idx="159">
                  <c:v>0.653485</c:v>
                </c:pt>
                <c:pt idx="160">
                  <c:v>-0.32628</c:v>
                </c:pt>
                <c:pt idx="161">
                  <c:v>-0.125855</c:v>
                </c:pt>
                <c:pt idx="162">
                  <c:v>-1.033531</c:v>
                </c:pt>
                <c:pt idx="163">
                  <c:v>-0.657072</c:v>
                </c:pt>
                <c:pt idx="164">
                  <c:v>0.527838</c:v>
                </c:pt>
                <c:pt idx="165">
                  <c:v>-1.15772</c:v>
                </c:pt>
                <c:pt idx="166">
                  <c:v>0.861729</c:v>
                </c:pt>
                <c:pt idx="167">
                  <c:v>-0.351303</c:v>
                </c:pt>
                <c:pt idx="168">
                  <c:v>-1.206086</c:v>
                </c:pt>
                <c:pt idx="169">
                  <c:v>-0.298627</c:v>
                </c:pt>
                <c:pt idx="170">
                  <c:v>-0.894434</c:v>
                </c:pt>
                <c:pt idx="171">
                  <c:v>0.338076</c:v>
                </c:pt>
                <c:pt idx="172">
                  <c:v>0.401319</c:v>
                </c:pt>
                <c:pt idx="173">
                  <c:v>0.644441</c:v>
                </c:pt>
                <c:pt idx="174">
                  <c:v>-0.028387</c:v>
                </c:pt>
                <c:pt idx="175">
                  <c:v>-0.580954</c:v>
                </c:pt>
                <c:pt idx="176">
                  <c:v>-0.01667</c:v>
                </c:pt>
                <c:pt idx="177">
                  <c:v>0.750614</c:v>
                </c:pt>
                <c:pt idx="178">
                  <c:v>-0.421718</c:v>
                </c:pt>
                <c:pt idx="179">
                  <c:v>1.357481</c:v>
                </c:pt>
                <c:pt idx="180">
                  <c:v>0.698074</c:v>
                </c:pt>
                <c:pt idx="181">
                  <c:v>0.446414</c:v>
                </c:pt>
                <c:pt idx="182">
                  <c:v>0.807979</c:v>
                </c:pt>
                <c:pt idx="183">
                  <c:v>-0.816657</c:v>
                </c:pt>
                <c:pt idx="184">
                  <c:v>0.06381</c:v>
                </c:pt>
                <c:pt idx="185">
                  <c:v>-0.129917</c:v>
                </c:pt>
                <c:pt idx="186">
                  <c:v>0.895139</c:v>
                </c:pt>
                <c:pt idx="187">
                  <c:v>-0.685722</c:v>
                </c:pt>
                <c:pt idx="188">
                  <c:v>1.916283</c:v>
                </c:pt>
                <c:pt idx="189">
                  <c:v>-2.816133</c:v>
                </c:pt>
                <c:pt idx="190">
                  <c:v>-1.126591</c:v>
                </c:pt>
                <c:pt idx="191">
                  <c:v>0.989676</c:v>
                </c:pt>
                <c:pt idx="192">
                  <c:v>0.755728</c:v>
                </c:pt>
                <c:pt idx="193">
                  <c:v>0.001028</c:v>
                </c:pt>
                <c:pt idx="194">
                  <c:v>0.103195</c:v>
                </c:pt>
                <c:pt idx="195">
                  <c:v>-1.049175</c:v>
                </c:pt>
                <c:pt idx="196">
                  <c:v>-0.500527</c:v>
                </c:pt>
                <c:pt idx="197">
                  <c:v>-0.4746</c:v>
                </c:pt>
                <c:pt idx="198">
                  <c:v>-0.607789</c:v>
                </c:pt>
                <c:pt idx="199">
                  <c:v>-1.10247</c:v>
                </c:pt>
                <c:pt idx="200">
                  <c:v>-0.061009</c:v>
                </c:pt>
                <c:pt idx="201">
                  <c:v>0.621963</c:v>
                </c:pt>
                <c:pt idx="202">
                  <c:v>-0.157006</c:v>
                </c:pt>
                <c:pt idx="203">
                  <c:v>1.307492</c:v>
                </c:pt>
                <c:pt idx="204">
                  <c:v>0.986798</c:v>
                </c:pt>
                <c:pt idx="205">
                  <c:v>0.53751</c:v>
                </c:pt>
                <c:pt idx="206">
                  <c:v>0.584075</c:v>
                </c:pt>
                <c:pt idx="207">
                  <c:v>0.412012</c:v>
                </c:pt>
                <c:pt idx="208">
                  <c:v>0.016649</c:v>
                </c:pt>
                <c:pt idx="209">
                  <c:v>0.142297</c:v>
                </c:pt>
                <c:pt idx="210">
                  <c:v>0.615794</c:v>
                </c:pt>
                <c:pt idx="211">
                  <c:v>1.05935</c:v>
                </c:pt>
                <c:pt idx="212">
                  <c:v>0.239708</c:v>
                </c:pt>
                <c:pt idx="213">
                  <c:v>-0.726708</c:v>
                </c:pt>
                <c:pt idx="214">
                  <c:v>0.035908</c:v>
                </c:pt>
                <c:pt idx="215">
                  <c:v>1.477962</c:v>
                </c:pt>
                <c:pt idx="216">
                  <c:v>0.765138</c:v>
                </c:pt>
                <c:pt idx="217">
                  <c:v>0.775021</c:v>
                </c:pt>
                <c:pt idx="218">
                  <c:v>-0.263079</c:v>
                </c:pt>
                <c:pt idx="219">
                  <c:v>0.602749</c:v>
                </c:pt>
                <c:pt idx="220">
                  <c:v>-0.752556</c:v>
                </c:pt>
                <c:pt idx="221">
                  <c:v>0.062237</c:v>
                </c:pt>
                <c:pt idx="222">
                  <c:v>0.096646</c:v>
                </c:pt>
                <c:pt idx="223">
                  <c:v>0.385808</c:v>
                </c:pt>
                <c:pt idx="224">
                  <c:v>0.998013</c:v>
                </c:pt>
                <c:pt idx="225">
                  <c:v>0.157551</c:v>
                </c:pt>
                <c:pt idx="226">
                  <c:v>0.554283</c:v>
                </c:pt>
                <c:pt idx="227">
                  <c:v>-0.386544</c:v>
                </c:pt>
                <c:pt idx="228">
                  <c:v>0.262222</c:v>
                </c:pt>
                <c:pt idx="229">
                  <c:v>-1.275473</c:v>
                </c:pt>
                <c:pt idx="230">
                  <c:v>-1.680708</c:v>
                </c:pt>
                <c:pt idx="231">
                  <c:v>-1.14277</c:v>
                </c:pt>
                <c:pt idx="232">
                  <c:v>-1.13793</c:v>
                </c:pt>
                <c:pt idx="233">
                  <c:v>-0.638104</c:v>
                </c:pt>
                <c:pt idx="234">
                  <c:v>-0.526887</c:v>
                </c:pt>
                <c:pt idx="235">
                  <c:v>-1.665687</c:v>
                </c:pt>
                <c:pt idx="236">
                  <c:v>-1.2584</c:v>
                </c:pt>
                <c:pt idx="237">
                  <c:v>0.313179</c:v>
                </c:pt>
                <c:pt idx="238">
                  <c:v>1.43807</c:v>
                </c:pt>
                <c:pt idx="239">
                  <c:v>1.626916</c:v>
                </c:pt>
                <c:pt idx="240">
                  <c:v>-0.541609</c:v>
                </c:pt>
                <c:pt idx="241">
                  <c:v>0.382909</c:v>
                </c:pt>
                <c:pt idx="242">
                  <c:v>0.519904</c:v>
                </c:pt>
                <c:pt idx="243">
                  <c:v>0.859812</c:v>
                </c:pt>
                <c:pt idx="244">
                  <c:v>-1.322989</c:v>
                </c:pt>
                <c:pt idx="245">
                  <c:v>-0.326232</c:v>
                </c:pt>
                <c:pt idx="246">
                  <c:v>0.722251</c:v>
                </c:pt>
                <c:pt idx="247">
                  <c:v>-0.131</c:v>
                </c:pt>
                <c:pt idx="248">
                  <c:v>0.137585</c:v>
                </c:pt>
                <c:pt idx="249">
                  <c:v>0.668929</c:v>
                </c:pt>
                <c:pt idx="250">
                  <c:v>0.028681</c:v>
                </c:pt>
                <c:pt idx="251">
                  <c:v>-0.889203</c:v>
                </c:pt>
                <c:pt idx="252">
                  <c:v>-0.583582</c:v>
                </c:pt>
                <c:pt idx="253">
                  <c:v>0.23312</c:v>
                </c:pt>
                <c:pt idx="254">
                  <c:v>1.214447</c:v>
                </c:pt>
                <c:pt idx="255">
                  <c:v>0.828555</c:v>
                </c:pt>
                <c:pt idx="256">
                  <c:v>-1.489648</c:v>
                </c:pt>
                <c:pt idx="257">
                  <c:v>0.96348</c:v>
                </c:pt>
                <c:pt idx="258">
                  <c:v>0.618246</c:v>
                </c:pt>
                <c:pt idx="259">
                  <c:v>0.331187</c:v>
                </c:pt>
                <c:pt idx="260">
                  <c:v>-0.853786</c:v>
                </c:pt>
                <c:pt idx="261">
                  <c:v>0.801851</c:v>
                </c:pt>
                <c:pt idx="262">
                  <c:v>0.439115</c:v>
                </c:pt>
                <c:pt idx="263">
                  <c:v>-0.521131</c:v>
                </c:pt>
                <c:pt idx="264">
                  <c:v>-0.479184</c:v>
                </c:pt>
                <c:pt idx="265">
                  <c:v>0.5561</c:v>
                </c:pt>
                <c:pt idx="266">
                  <c:v>0.714422</c:v>
                </c:pt>
                <c:pt idx="267">
                  <c:v>0.186028</c:v>
                </c:pt>
                <c:pt idx="268">
                  <c:v>-0.394391</c:v>
                </c:pt>
                <c:pt idx="269">
                  <c:v>0.653155</c:v>
                </c:pt>
                <c:pt idx="270">
                  <c:v>0.709453</c:v>
                </c:pt>
                <c:pt idx="271">
                  <c:v>-0.365107</c:v>
                </c:pt>
                <c:pt idx="272">
                  <c:v>0.449708</c:v>
                </c:pt>
                <c:pt idx="273">
                  <c:v>-0.115274</c:v>
                </c:pt>
                <c:pt idx="274">
                  <c:v>-1.59675</c:v>
                </c:pt>
                <c:pt idx="275">
                  <c:v>0.381925</c:v>
                </c:pt>
                <c:pt idx="276">
                  <c:v>-0.348117</c:v>
                </c:pt>
                <c:pt idx="277">
                  <c:v>-0.273068</c:v>
                </c:pt>
                <c:pt idx="278">
                  <c:v>0.302396</c:v>
                </c:pt>
                <c:pt idx="279">
                  <c:v>-1.045141</c:v>
                </c:pt>
                <c:pt idx="280">
                  <c:v>-0.298171</c:v>
                </c:pt>
                <c:pt idx="281">
                  <c:v>0.678018</c:v>
                </c:pt>
                <c:pt idx="282">
                  <c:v>0.483568</c:v>
                </c:pt>
                <c:pt idx="283">
                  <c:v>0.125003</c:v>
                </c:pt>
                <c:pt idx="284">
                  <c:v>-0.102091</c:v>
                </c:pt>
                <c:pt idx="285">
                  <c:v>0.573482</c:v>
                </c:pt>
                <c:pt idx="286">
                  <c:v>0.09882</c:v>
                </c:pt>
                <c:pt idx="287">
                  <c:v>-0.057105</c:v>
                </c:pt>
                <c:pt idx="288">
                  <c:v>0.025782</c:v>
                </c:pt>
                <c:pt idx="289">
                  <c:v>-0.678883</c:v>
                </c:pt>
                <c:pt idx="290">
                  <c:v>-0.198707</c:v>
                </c:pt>
                <c:pt idx="291">
                  <c:v>-1.731695</c:v>
                </c:pt>
                <c:pt idx="292">
                  <c:v>0.972199</c:v>
                </c:pt>
                <c:pt idx="293">
                  <c:v>1.515842</c:v>
                </c:pt>
                <c:pt idx="294">
                  <c:v>0.233399</c:v>
                </c:pt>
                <c:pt idx="295">
                  <c:v>0.735556</c:v>
                </c:pt>
                <c:pt idx="296">
                  <c:v>1.026103</c:v>
                </c:pt>
                <c:pt idx="297">
                  <c:v>0.781318</c:v>
                </c:pt>
                <c:pt idx="298">
                  <c:v>-0.09242</c:v>
                </c:pt>
                <c:pt idx="299">
                  <c:v>1.045654</c:v>
                </c:pt>
                <c:pt idx="300">
                  <c:v>0.104701</c:v>
                </c:pt>
                <c:pt idx="301">
                  <c:v>-0.055379</c:v>
                </c:pt>
                <c:pt idx="302">
                  <c:v>0.236452</c:v>
                </c:pt>
                <c:pt idx="303">
                  <c:v>-0.833359</c:v>
                </c:pt>
                <c:pt idx="304">
                  <c:v>0.829927</c:v>
                </c:pt>
                <c:pt idx="305">
                  <c:v>0.288455</c:v>
                </c:pt>
                <c:pt idx="306">
                  <c:v>1.407598</c:v>
                </c:pt>
                <c:pt idx="307">
                  <c:v>1.107605</c:v>
                </c:pt>
                <c:pt idx="308">
                  <c:v>-1.187902</c:v>
                </c:pt>
                <c:pt idx="309">
                  <c:v>0.25117</c:v>
                </c:pt>
                <c:pt idx="310">
                  <c:v>0.855977</c:v>
                </c:pt>
                <c:pt idx="311">
                  <c:v>1.823841</c:v>
                </c:pt>
                <c:pt idx="312">
                  <c:v>0.136094</c:v>
                </c:pt>
                <c:pt idx="313">
                  <c:v>0.998167</c:v>
                </c:pt>
                <c:pt idx="314">
                  <c:v>-0.149349</c:v>
                </c:pt>
                <c:pt idx="315">
                  <c:v>0.409483</c:v>
                </c:pt>
                <c:pt idx="316">
                  <c:v>-0.234201</c:v>
                </c:pt>
                <c:pt idx="317">
                  <c:v>0.579619</c:v>
                </c:pt>
                <c:pt idx="318">
                  <c:v>0.708341</c:v>
                </c:pt>
                <c:pt idx="319">
                  <c:v>-0.006563</c:v>
                </c:pt>
                <c:pt idx="320">
                  <c:v>0.607456</c:v>
                </c:pt>
                <c:pt idx="321">
                  <c:v>0.610884</c:v>
                </c:pt>
                <c:pt idx="322">
                  <c:v>-0.047347</c:v>
                </c:pt>
                <c:pt idx="323">
                  <c:v>0.374474</c:v>
                </c:pt>
                <c:pt idx="324">
                  <c:v>0.482737</c:v>
                </c:pt>
                <c:pt idx="325">
                  <c:v>0.839715</c:v>
                </c:pt>
                <c:pt idx="326">
                  <c:v>1.377598</c:v>
                </c:pt>
                <c:pt idx="327">
                  <c:v>-0.068966</c:v>
                </c:pt>
                <c:pt idx="328">
                  <c:v>0.21708</c:v>
                </c:pt>
                <c:pt idx="329">
                  <c:v>-0.094708</c:v>
                </c:pt>
                <c:pt idx="330">
                  <c:v>1.059892</c:v>
                </c:pt>
                <c:pt idx="331">
                  <c:v>1.179558</c:v>
                </c:pt>
                <c:pt idx="332">
                  <c:v>0.344837</c:v>
                </c:pt>
                <c:pt idx="333">
                  <c:v>0.558521</c:v>
                </c:pt>
                <c:pt idx="334">
                  <c:v>0.165935</c:v>
                </c:pt>
                <c:pt idx="335">
                  <c:v>0.824904</c:v>
                </c:pt>
                <c:pt idx="336">
                  <c:v>-0.122691</c:v>
                </c:pt>
                <c:pt idx="337">
                  <c:v>-0.182847</c:v>
                </c:pt>
                <c:pt idx="338">
                  <c:v>-0.286741</c:v>
                </c:pt>
                <c:pt idx="339">
                  <c:v>1.417614</c:v>
                </c:pt>
                <c:pt idx="340">
                  <c:v>1.534304</c:v>
                </c:pt>
                <c:pt idx="341">
                  <c:v>0.837118</c:v>
                </c:pt>
                <c:pt idx="342">
                  <c:v>-1.036656</c:v>
                </c:pt>
                <c:pt idx="343">
                  <c:v>0.562236</c:v>
                </c:pt>
                <c:pt idx="344">
                  <c:v>0.494357</c:v>
                </c:pt>
                <c:pt idx="345">
                  <c:v>0.330624</c:v>
                </c:pt>
                <c:pt idx="346">
                  <c:v>0.262313</c:v>
                </c:pt>
                <c:pt idx="347">
                  <c:v>-0.107383</c:v>
                </c:pt>
                <c:pt idx="348">
                  <c:v>0.100922</c:v>
                </c:pt>
                <c:pt idx="349">
                  <c:v>0.337604</c:v>
                </c:pt>
                <c:pt idx="350">
                  <c:v>0.216951</c:v>
                </c:pt>
                <c:pt idx="351">
                  <c:v>0.51745</c:v>
                </c:pt>
                <c:pt idx="352">
                  <c:v>0.73255</c:v>
                </c:pt>
                <c:pt idx="353">
                  <c:v>0.356515</c:v>
                </c:pt>
                <c:pt idx="354">
                  <c:v>-0.152986</c:v>
                </c:pt>
                <c:pt idx="355">
                  <c:v>0.740491</c:v>
                </c:pt>
                <c:pt idx="356">
                  <c:v>1.69642</c:v>
                </c:pt>
                <c:pt idx="357">
                  <c:v>0.233589</c:v>
                </c:pt>
                <c:pt idx="358">
                  <c:v>-0.053778</c:v>
                </c:pt>
                <c:pt idx="359">
                  <c:v>-0.263955</c:v>
                </c:pt>
                <c:pt idx="360">
                  <c:v>0.08895</c:v>
                </c:pt>
                <c:pt idx="361">
                  <c:v>0.14539</c:v>
                </c:pt>
                <c:pt idx="362">
                  <c:v>0.232112</c:v>
                </c:pt>
                <c:pt idx="363">
                  <c:v>0.647234</c:v>
                </c:pt>
                <c:pt idx="364">
                  <c:v>0.502411</c:v>
                </c:pt>
                <c:pt idx="365">
                  <c:v>0.427431</c:v>
                </c:pt>
                <c:pt idx="366">
                  <c:v>-0.47427</c:v>
                </c:pt>
                <c:pt idx="367">
                  <c:v>0.828452</c:v>
                </c:pt>
                <c:pt idx="368">
                  <c:v>0.122589</c:v>
                </c:pt>
                <c:pt idx="369">
                  <c:v>1.003522</c:v>
                </c:pt>
                <c:pt idx="370">
                  <c:v>-1.072812</c:v>
                </c:pt>
                <c:pt idx="371">
                  <c:v>0.06926</c:v>
                </c:pt>
                <c:pt idx="372">
                  <c:v>-0.437614</c:v>
                </c:pt>
                <c:pt idx="373">
                  <c:v>2.088872</c:v>
                </c:pt>
                <c:pt idx="374">
                  <c:v>1.495074</c:v>
                </c:pt>
                <c:pt idx="375">
                  <c:v>-0.562294</c:v>
                </c:pt>
                <c:pt idx="376">
                  <c:v>-0.960336</c:v>
                </c:pt>
                <c:pt idx="377">
                  <c:v>1.201258</c:v>
                </c:pt>
                <c:pt idx="378">
                  <c:v>0.283968</c:v>
                </c:pt>
                <c:pt idx="379">
                  <c:v>-1.01448</c:v>
                </c:pt>
                <c:pt idx="380">
                  <c:v>0.101509</c:v>
                </c:pt>
                <c:pt idx="381">
                  <c:v>-0.100507</c:v>
                </c:pt>
                <c:pt idx="382">
                  <c:v>0.548951</c:v>
                </c:pt>
                <c:pt idx="383">
                  <c:v>0.827215</c:v>
                </c:pt>
                <c:pt idx="384">
                  <c:v>0.589541</c:v>
                </c:pt>
                <c:pt idx="385">
                  <c:v>-0.415665</c:v>
                </c:pt>
                <c:pt idx="386">
                  <c:v>1.051971</c:v>
                </c:pt>
                <c:pt idx="387">
                  <c:v>1.328237</c:v>
                </c:pt>
                <c:pt idx="388">
                  <c:v>0.245859</c:v>
                </c:pt>
                <c:pt idx="389">
                  <c:v>-0.023781</c:v>
                </c:pt>
                <c:pt idx="390">
                  <c:v>0.659212</c:v>
                </c:pt>
                <c:pt idx="391">
                  <c:v>0.005622</c:v>
                </c:pt>
                <c:pt idx="392">
                  <c:v>0.235635</c:v>
                </c:pt>
                <c:pt idx="393">
                  <c:v>-0.422835</c:v>
                </c:pt>
                <c:pt idx="394">
                  <c:v>-0.462416</c:v>
                </c:pt>
                <c:pt idx="395">
                  <c:v>0.213868</c:v>
                </c:pt>
                <c:pt idx="396">
                  <c:v>0.722761</c:v>
                </c:pt>
                <c:pt idx="397">
                  <c:v>-0.088173</c:v>
                </c:pt>
                <c:pt idx="398">
                  <c:v>-0.763149</c:v>
                </c:pt>
                <c:pt idx="399">
                  <c:v>-1.445353</c:v>
                </c:pt>
                <c:pt idx="400">
                  <c:v>-0.137539</c:v>
                </c:pt>
                <c:pt idx="401">
                  <c:v>0.1242</c:v>
                </c:pt>
                <c:pt idx="402">
                  <c:v>0.522098</c:v>
                </c:pt>
                <c:pt idx="403">
                  <c:v>1.228262</c:v>
                </c:pt>
                <c:pt idx="404">
                  <c:v>-0.462118</c:v>
                </c:pt>
                <c:pt idx="405">
                  <c:v>0.459164</c:v>
                </c:pt>
                <c:pt idx="406">
                  <c:v>1.208115</c:v>
                </c:pt>
                <c:pt idx="407">
                  <c:v>0.400144</c:v>
                </c:pt>
                <c:pt idx="408">
                  <c:v>-0.105353</c:v>
                </c:pt>
                <c:pt idx="409">
                  <c:v>0.283818</c:v>
                </c:pt>
                <c:pt idx="410">
                  <c:v>1.548724</c:v>
                </c:pt>
                <c:pt idx="411">
                  <c:v>1.216227</c:v>
                </c:pt>
                <c:pt idx="412">
                  <c:v>0.542071</c:v>
                </c:pt>
                <c:pt idx="413">
                  <c:v>0.346219</c:v>
                </c:pt>
                <c:pt idx="414">
                  <c:v>-0.931758</c:v>
                </c:pt>
                <c:pt idx="415">
                  <c:v>0.679211</c:v>
                </c:pt>
                <c:pt idx="416">
                  <c:v>1.109048</c:v>
                </c:pt>
                <c:pt idx="417">
                  <c:v>1.974388</c:v>
                </c:pt>
                <c:pt idx="418">
                  <c:v>0.461934</c:v>
                </c:pt>
                <c:pt idx="419">
                  <c:v>1.165365</c:v>
                </c:pt>
                <c:pt idx="420">
                  <c:v>0.825884</c:v>
                </c:pt>
                <c:pt idx="421">
                  <c:v>0.600366</c:v>
                </c:pt>
                <c:pt idx="422">
                  <c:v>-1.444036</c:v>
                </c:pt>
                <c:pt idx="423">
                  <c:v>-0.085157</c:v>
                </c:pt>
                <c:pt idx="424">
                  <c:v>0.430976</c:v>
                </c:pt>
                <c:pt idx="425">
                  <c:v>0.116646</c:v>
                </c:pt>
                <c:pt idx="426">
                  <c:v>-0.035635</c:v>
                </c:pt>
                <c:pt idx="427">
                  <c:v>1.355015</c:v>
                </c:pt>
                <c:pt idx="428">
                  <c:v>-0.092924</c:v>
                </c:pt>
                <c:pt idx="429">
                  <c:v>0.333092</c:v>
                </c:pt>
                <c:pt idx="430">
                  <c:v>0.120039</c:v>
                </c:pt>
                <c:pt idx="431">
                  <c:v>0.414484</c:v>
                </c:pt>
                <c:pt idx="432">
                  <c:v>0.626627</c:v>
                </c:pt>
                <c:pt idx="433">
                  <c:v>-0.077253</c:v>
                </c:pt>
                <c:pt idx="434">
                  <c:v>0.695286</c:v>
                </c:pt>
                <c:pt idx="435">
                  <c:v>-0.293188</c:v>
                </c:pt>
                <c:pt idx="436">
                  <c:v>-0.826949</c:v>
                </c:pt>
                <c:pt idx="437">
                  <c:v>0.648095</c:v>
                </c:pt>
                <c:pt idx="438">
                  <c:v>0.233981</c:v>
                </c:pt>
                <c:pt idx="439">
                  <c:v>-0.01044</c:v>
                </c:pt>
                <c:pt idx="440">
                  <c:v>-0.718446</c:v>
                </c:pt>
                <c:pt idx="441">
                  <c:v>0.151234</c:v>
                </c:pt>
                <c:pt idx="442">
                  <c:v>0.376703</c:v>
                </c:pt>
                <c:pt idx="443">
                  <c:v>0.732214</c:v>
                </c:pt>
                <c:pt idx="444">
                  <c:v>0.102674</c:v>
                </c:pt>
                <c:pt idx="445">
                  <c:v>0.471192</c:v>
                </c:pt>
                <c:pt idx="446">
                  <c:v>0.520429</c:v>
                </c:pt>
                <c:pt idx="447">
                  <c:v>0.580195</c:v>
                </c:pt>
                <c:pt idx="448">
                  <c:v>0.237524</c:v>
                </c:pt>
                <c:pt idx="449">
                  <c:v>0.142963</c:v>
                </c:pt>
                <c:pt idx="450">
                  <c:v>0.740574</c:v>
                </c:pt>
                <c:pt idx="451">
                  <c:v>0.79833</c:v>
                </c:pt>
                <c:pt idx="452">
                  <c:v>0.616615</c:v>
                </c:pt>
                <c:pt idx="453">
                  <c:v>-0.106897</c:v>
                </c:pt>
                <c:pt idx="454">
                  <c:v>-0.324338</c:v>
                </c:pt>
                <c:pt idx="455">
                  <c:v>0.292766</c:v>
                </c:pt>
                <c:pt idx="456">
                  <c:v>0.427943</c:v>
                </c:pt>
                <c:pt idx="457">
                  <c:v>0.118822</c:v>
                </c:pt>
                <c:pt idx="458">
                  <c:v>0.763691</c:v>
                </c:pt>
                <c:pt idx="459">
                  <c:v>-0.208731</c:v>
                </c:pt>
                <c:pt idx="460">
                  <c:v>0.047868</c:v>
                </c:pt>
                <c:pt idx="461">
                  <c:v>0.159579</c:v>
                </c:pt>
                <c:pt idx="462">
                  <c:v>0.118002</c:v>
                </c:pt>
                <c:pt idx="463">
                  <c:v>0.592065</c:v>
                </c:pt>
                <c:pt idx="464">
                  <c:v>0.585978</c:v>
                </c:pt>
                <c:pt idx="465">
                  <c:v>-0.140763</c:v>
                </c:pt>
                <c:pt idx="466">
                  <c:v>0.613811</c:v>
                </c:pt>
                <c:pt idx="467">
                  <c:v>0.652013</c:v>
                </c:pt>
                <c:pt idx="468">
                  <c:v>-0.00918</c:v>
                </c:pt>
                <c:pt idx="469">
                  <c:v>0.679126</c:v>
                </c:pt>
                <c:pt idx="470">
                  <c:v>-0.061643</c:v>
                </c:pt>
                <c:pt idx="471">
                  <c:v>0.213339</c:v>
                </c:pt>
                <c:pt idx="472">
                  <c:v>-0.171744</c:v>
                </c:pt>
                <c:pt idx="473">
                  <c:v>0.054235</c:v>
                </c:pt>
                <c:pt idx="474">
                  <c:v>0.121736</c:v>
                </c:pt>
                <c:pt idx="475">
                  <c:v>-0.200667</c:v>
                </c:pt>
                <c:pt idx="476">
                  <c:v>-0.052298</c:v>
                </c:pt>
                <c:pt idx="477">
                  <c:v>0.052005</c:v>
                </c:pt>
                <c:pt idx="478">
                  <c:v>0.492278</c:v>
                </c:pt>
                <c:pt idx="479">
                  <c:v>0.272786</c:v>
                </c:pt>
                <c:pt idx="480">
                  <c:v>0.138801</c:v>
                </c:pt>
                <c:pt idx="481">
                  <c:v>1.096153</c:v>
                </c:pt>
                <c:pt idx="482">
                  <c:v>-1.115272</c:v>
                </c:pt>
                <c:pt idx="483">
                  <c:v>0.601814</c:v>
                </c:pt>
                <c:pt idx="484">
                  <c:v>0.18498</c:v>
                </c:pt>
                <c:pt idx="485">
                  <c:v>1.335852</c:v>
                </c:pt>
                <c:pt idx="486">
                  <c:v>-0.280265</c:v>
                </c:pt>
                <c:pt idx="487">
                  <c:v>0.127242</c:v>
                </c:pt>
                <c:pt idx="488">
                  <c:v>0.433628</c:v>
                </c:pt>
                <c:pt idx="489">
                  <c:v>0.700198</c:v>
                </c:pt>
                <c:pt idx="490">
                  <c:v>0.402476</c:v>
                </c:pt>
                <c:pt idx="491">
                  <c:v>0.567765</c:v>
                </c:pt>
                <c:pt idx="492">
                  <c:v>0.058941</c:v>
                </c:pt>
                <c:pt idx="493">
                  <c:v>0.664428</c:v>
                </c:pt>
                <c:pt idx="494">
                  <c:v>0.424766</c:v>
                </c:pt>
                <c:pt idx="495">
                  <c:v>0.668145</c:v>
                </c:pt>
                <c:pt idx="496">
                  <c:v>0.763933</c:v>
                </c:pt>
                <c:pt idx="497">
                  <c:v>0.066619</c:v>
                </c:pt>
                <c:pt idx="498">
                  <c:v>0.574023</c:v>
                </c:pt>
                <c:pt idx="499">
                  <c:v>-0.150059</c:v>
                </c:pt>
                <c:pt idx="500">
                  <c:v>-0.134014</c:v>
                </c:pt>
                <c:pt idx="501">
                  <c:v>-0.025076</c:v>
                </c:pt>
                <c:pt idx="502">
                  <c:v>0.072287</c:v>
                </c:pt>
                <c:pt idx="503">
                  <c:v>0.414145</c:v>
                </c:pt>
                <c:pt idx="504">
                  <c:v>-0.222229</c:v>
                </c:pt>
                <c:pt idx="505">
                  <c:v>0.754256</c:v>
                </c:pt>
                <c:pt idx="506">
                  <c:v>0.474175</c:v>
                </c:pt>
                <c:pt idx="507">
                  <c:v>0.920216</c:v>
                </c:pt>
                <c:pt idx="508">
                  <c:v>0.688113</c:v>
                </c:pt>
                <c:pt idx="509">
                  <c:v>0.077082</c:v>
                </c:pt>
                <c:pt idx="510">
                  <c:v>-0.250454</c:v>
                </c:pt>
                <c:pt idx="511">
                  <c:v>0.202904</c:v>
                </c:pt>
                <c:pt idx="512">
                  <c:v>0.228301</c:v>
                </c:pt>
                <c:pt idx="513">
                  <c:v>0.643743</c:v>
                </c:pt>
                <c:pt idx="514">
                  <c:v>0.589165</c:v>
                </c:pt>
                <c:pt idx="515">
                  <c:v>0.808042</c:v>
                </c:pt>
                <c:pt idx="516">
                  <c:v>0.245415</c:v>
                </c:pt>
                <c:pt idx="517">
                  <c:v>0.596096</c:v>
                </c:pt>
                <c:pt idx="518">
                  <c:v>1.217897</c:v>
                </c:pt>
                <c:pt idx="519">
                  <c:v>-0.046638</c:v>
                </c:pt>
                <c:pt idx="520">
                  <c:v>-0.398207</c:v>
                </c:pt>
                <c:pt idx="521">
                  <c:v>-0.304452</c:v>
                </c:pt>
                <c:pt idx="522">
                  <c:v>1.126682</c:v>
                </c:pt>
                <c:pt idx="523">
                  <c:v>0.696845</c:v>
                </c:pt>
                <c:pt idx="524">
                  <c:v>0.131395</c:v>
                </c:pt>
                <c:pt idx="525">
                  <c:v>-0.127535</c:v>
                </c:pt>
                <c:pt idx="526">
                  <c:v>-0.388434</c:v>
                </c:pt>
                <c:pt idx="527">
                  <c:v>0.235605</c:v>
                </c:pt>
                <c:pt idx="528">
                  <c:v>-0.04939</c:v>
                </c:pt>
                <c:pt idx="529">
                  <c:v>0.032931</c:v>
                </c:pt>
                <c:pt idx="530">
                  <c:v>0.144685</c:v>
                </c:pt>
                <c:pt idx="531">
                  <c:v>-0.04662</c:v>
                </c:pt>
                <c:pt idx="532">
                  <c:v>0.169141</c:v>
                </c:pt>
                <c:pt idx="533">
                  <c:v>0.44308</c:v>
                </c:pt>
                <c:pt idx="534">
                  <c:v>0.054315</c:v>
                </c:pt>
                <c:pt idx="535">
                  <c:v>0.744722</c:v>
                </c:pt>
                <c:pt idx="536">
                  <c:v>1.008814</c:v>
                </c:pt>
                <c:pt idx="537">
                  <c:v>0.790454</c:v>
                </c:pt>
                <c:pt idx="538">
                  <c:v>0.321172</c:v>
                </c:pt>
                <c:pt idx="539">
                  <c:v>-0.152653</c:v>
                </c:pt>
                <c:pt idx="540">
                  <c:v>0.358448</c:v>
                </c:pt>
                <c:pt idx="541">
                  <c:v>0.397877</c:v>
                </c:pt>
                <c:pt idx="542">
                  <c:v>0.892385</c:v>
                </c:pt>
                <c:pt idx="543">
                  <c:v>0.138793</c:v>
                </c:pt>
                <c:pt idx="544">
                  <c:v>-0.134541</c:v>
                </c:pt>
                <c:pt idx="545">
                  <c:v>-0.034714</c:v>
                </c:pt>
                <c:pt idx="546">
                  <c:v>-0.013078</c:v>
                </c:pt>
                <c:pt idx="547">
                  <c:v>0.033294</c:v>
                </c:pt>
                <c:pt idx="548">
                  <c:v>0.573269</c:v>
                </c:pt>
                <c:pt idx="549">
                  <c:v>0.790728</c:v>
                </c:pt>
                <c:pt idx="550">
                  <c:v>0.425717</c:v>
                </c:pt>
                <c:pt idx="551">
                  <c:v>0.3959</c:v>
                </c:pt>
                <c:pt idx="552">
                  <c:v>0.242846</c:v>
                </c:pt>
                <c:pt idx="553">
                  <c:v>-0.038568</c:v>
                </c:pt>
                <c:pt idx="554">
                  <c:v>0.129373</c:v>
                </c:pt>
                <c:pt idx="555">
                  <c:v>-0.048108</c:v>
                </c:pt>
                <c:pt idx="556">
                  <c:v>0.211013</c:v>
                </c:pt>
                <c:pt idx="557">
                  <c:v>0.643181</c:v>
                </c:pt>
                <c:pt idx="558">
                  <c:v>0.490395</c:v>
                </c:pt>
                <c:pt idx="559">
                  <c:v>-0.022256</c:v>
                </c:pt>
                <c:pt idx="560">
                  <c:v>-0.343218</c:v>
                </c:pt>
                <c:pt idx="561">
                  <c:v>0.223035</c:v>
                </c:pt>
                <c:pt idx="562">
                  <c:v>-0.341453</c:v>
                </c:pt>
                <c:pt idx="563">
                  <c:v>0.793989</c:v>
                </c:pt>
                <c:pt idx="564">
                  <c:v>0.388579</c:v>
                </c:pt>
                <c:pt idx="565">
                  <c:v>1.065422</c:v>
                </c:pt>
                <c:pt idx="566">
                  <c:v>-0.037834</c:v>
                </c:pt>
                <c:pt idx="567">
                  <c:v>0.087094</c:v>
                </c:pt>
                <c:pt idx="568">
                  <c:v>0.617279</c:v>
                </c:pt>
                <c:pt idx="569">
                  <c:v>0.224713</c:v>
                </c:pt>
                <c:pt idx="570">
                  <c:v>-0.380996</c:v>
                </c:pt>
                <c:pt idx="571">
                  <c:v>0.156085</c:v>
                </c:pt>
              </c:numCache>
            </c:numRef>
          </c:xVal>
          <c:yVal>
            <c:numRef>
              <c:f>Sheet1!$B$2:$B$573</c:f>
              <c:numCache>
                <c:formatCode>General</c:formatCode>
                <c:ptCount val="572"/>
                <c:pt idx="0">
                  <c:v>4.104178905944217</c:v>
                </c:pt>
                <c:pt idx="1">
                  <c:v>4.1146764706386945</c:v>
                </c:pt>
                <c:pt idx="2">
                  <c:v>3.985861187076156</c:v>
                </c:pt>
                <c:pt idx="3">
                  <c:v>3.9857425002937954</c:v>
                </c:pt>
                <c:pt idx="4">
                  <c:v>4.072212242858397</c:v>
                </c:pt>
                <c:pt idx="5">
                  <c:v>4.043463426620021</c:v>
                </c:pt>
                <c:pt idx="6">
                  <c:v>3.9454498198713632</c:v>
                </c:pt>
                <c:pt idx="7">
                  <c:v>4.174182016668233</c:v>
                </c:pt>
                <c:pt idx="8">
                  <c:v>4.063928239365409</c:v>
                </c:pt>
                <c:pt idx="9">
                  <c:v>4.142401470138523</c:v>
                </c:pt>
                <c:pt idx="10">
                  <c:v>3.9169933629614078</c:v>
                </c:pt>
                <c:pt idx="11">
                  <c:v>3.968387352141047</c:v>
                </c:pt>
                <c:pt idx="12">
                  <c:v>4.113459839335642</c:v>
                </c:pt>
                <c:pt idx="13">
                  <c:v>3.981927594811218</c:v>
                </c:pt>
                <c:pt idx="14">
                  <c:v>4.086634704387645</c:v>
                </c:pt>
                <c:pt idx="15">
                  <c:v>4.028429807000428</c:v>
                </c:pt>
                <c:pt idx="16">
                  <c:v>3.7361943848062453</c:v>
                </c:pt>
                <c:pt idx="17">
                  <c:v>3.9945218934034394</c:v>
                </c:pt>
                <c:pt idx="18">
                  <c:v>4.100923678178872</c:v>
                </c:pt>
                <c:pt idx="19">
                  <c:v>3.9944335530577524</c:v>
                </c:pt>
                <c:pt idx="20">
                  <c:v>3.9480153555565667</c:v>
                </c:pt>
                <c:pt idx="21">
                  <c:v>3.8894718892269533</c:v>
                </c:pt>
                <c:pt idx="22">
                  <c:v>3.914043355415495</c:v>
                </c:pt>
                <c:pt idx="23">
                  <c:v>4.07007805591888</c:v>
                </c:pt>
                <c:pt idx="24">
                  <c:v>3.68</c:v>
                </c:pt>
                <c:pt idx="25">
                  <c:v>3.9679588797466945</c:v>
                </c:pt>
                <c:pt idx="26">
                  <c:v>3.8339250235660702</c:v>
                </c:pt>
                <c:pt idx="27">
                  <c:v>3.962565885978717</c:v>
                </c:pt>
                <c:pt idx="28">
                  <c:v>3.843240084243241</c:v>
                </c:pt>
                <c:pt idx="29">
                  <c:v>4.222945700476751</c:v>
                </c:pt>
                <c:pt idx="30">
                  <c:v>4.103688402424186</c:v>
                </c:pt>
                <c:pt idx="31">
                  <c:v>3.9772007624982253</c:v>
                </c:pt>
                <c:pt idx="32">
                  <c:v>4.104986450401936</c:v>
                </c:pt>
                <c:pt idx="33">
                  <c:v>3.9403321225150134</c:v>
                </c:pt>
                <c:pt idx="34">
                  <c:v>4.0365242468637295</c:v>
                </c:pt>
                <c:pt idx="35">
                  <c:v>3.985611709427756</c:v>
                </c:pt>
                <c:pt idx="36">
                  <c:v>3.9620529319295152</c:v>
                </c:pt>
                <c:pt idx="37">
                  <c:v>3.7922816219925686</c:v>
                </c:pt>
                <c:pt idx="38">
                  <c:v>4.049903839068267</c:v>
                </c:pt>
                <c:pt idx="39">
                  <c:v>3.865152902425453</c:v>
                </c:pt>
                <c:pt idx="40">
                  <c:v>4.09484708030819</c:v>
                </c:pt>
                <c:pt idx="41">
                  <c:v>4.012766674077412</c:v>
                </c:pt>
                <c:pt idx="42">
                  <c:v>4.015202033346315</c:v>
                </c:pt>
                <c:pt idx="43">
                  <c:v>4.008532966128526</c:v>
                </c:pt>
                <c:pt idx="44">
                  <c:v>4.005613733964336</c:v>
                </c:pt>
                <c:pt idx="45">
                  <c:v>3.9715778587025374</c:v>
                </c:pt>
                <c:pt idx="46">
                  <c:v>3.961838649522423</c:v>
                </c:pt>
                <c:pt idx="47">
                  <c:v>3.8634010701940715</c:v>
                </c:pt>
                <c:pt idx="48">
                  <c:v>4.1395696801280355</c:v>
                </c:pt>
                <c:pt idx="49">
                  <c:v>4.090362680767724</c:v>
                </c:pt>
                <c:pt idx="50">
                  <c:v>3.978299204694126</c:v>
                </c:pt>
                <c:pt idx="51">
                  <c:v>4.11087967037654</c:v>
                </c:pt>
                <c:pt idx="52">
                  <c:v>4.0694241998059</c:v>
                </c:pt>
                <c:pt idx="53">
                  <c:v>3.967848879611814</c:v>
                </c:pt>
                <c:pt idx="54">
                  <c:v>3.9238129333095593</c:v>
                </c:pt>
                <c:pt idx="55">
                  <c:v>4.192263929004234</c:v>
                </c:pt>
                <c:pt idx="56">
                  <c:v>3.8013254117578796</c:v>
                </c:pt>
                <c:pt idx="57">
                  <c:v>3.946750595973753</c:v>
                </c:pt>
                <c:pt idx="58">
                  <c:v>3.8270084382302705</c:v>
                </c:pt>
                <c:pt idx="59">
                  <c:v>4.0464166444255865</c:v>
                </c:pt>
                <c:pt idx="60">
                  <c:v>3.8660057684945217</c:v>
                </c:pt>
                <c:pt idx="61">
                  <c:v>3.8817729355254422</c:v>
                </c:pt>
                <c:pt idx="62">
                  <c:v>3.996907492340708</c:v>
                </c:pt>
                <c:pt idx="63">
                  <c:v>3.958462198057856</c:v>
                </c:pt>
                <c:pt idx="64">
                  <c:v>3.96253125706244</c:v>
                </c:pt>
                <c:pt idx="65">
                  <c:v>3.970246166884694</c:v>
                </c:pt>
                <c:pt idx="66">
                  <c:v>4.0299235350922284</c:v>
                </c:pt>
                <c:pt idx="67">
                  <c:v>3.8497226336135046</c:v>
                </c:pt>
                <c:pt idx="68">
                  <c:v>3.9914978180412963</c:v>
                </c:pt>
                <c:pt idx="69">
                  <c:v>3.913961856327729</c:v>
                </c:pt>
                <c:pt idx="70">
                  <c:v>4.000965956526235</c:v>
                </c:pt>
                <c:pt idx="71">
                  <c:v>4.066215515526992</c:v>
                </c:pt>
                <c:pt idx="72">
                  <c:v>4.103109432506256</c:v>
                </c:pt>
                <c:pt idx="73">
                  <c:v>4.059952472988439</c:v>
                </c:pt>
                <c:pt idx="74">
                  <c:v>3.988936509806667</c:v>
                </c:pt>
                <c:pt idx="75">
                  <c:v>4.003465833541375</c:v>
                </c:pt>
                <c:pt idx="76">
                  <c:v>4.070164081642223</c:v>
                </c:pt>
                <c:pt idx="77">
                  <c:v>3.951294873986832</c:v>
                </c:pt>
                <c:pt idx="78">
                  <c:v>4.166289022229074</c:v>
                </c:pt>
                <c:pt idx="79">
                  <c:v>3.9092759936669847</c:v>
                </c:pt>
                <c:pt idx="80">
                  <c:v>4.081150197145999</c:v>
                </c:pt>
                <c:pt idx="81">
                  <c:v>4.14825876750366</c:v>
                </c:pt>
                <c:pt idx="82">
                  <c:v>4.024060589286643</c:v>
                </c:pt>
                <c:pt idx="83">
                  <c:v>4.124381531134393</c:v>
                </c:pt>
                <c:pt idx="84">
                  <c:v>3.68</c:v>
                </c:pt>
                <c:pt idx="85">
                  <c:v>4.123108079651203</c:v>
                </c:pt>
                <c:pt idx="86">
                  <c:v>4.183342472553939</c:v>
                </c:pt>
                <c:pt idx="87">
                  <c:v>4.088210392738135</c:v>
                </c:pt>
                <c:pt idx="88">
                  <c:v>3.9173101777665242</c:v>
                </c:pt>
                <c:pt idx="89">
                  <c:v>3.9488130702694337</c:v>
                </c:pt>
                <c:pt idx="90">
                  <c:v>4.026613738969276</c:v>
                </c:pt>
                <c:pt idx="91">
                  <c:v>4.000200899148056</c:v>
                </c:pt>
                <c:pt idx="92">
                  <c:v>3.984343998410341</c:v>
                </c:pt>
                <c:pt idx="93">
                  <c:v>4.041403552167792</c:v>
                </c:pt>
                <c:pt idx="94">
                  <c:v>3.7866135399243306</c:v>
                </c:pt>
                <c:pt idx="95">
                  <c:v>3.9704849678396554</c:v>
                </c:pt>
                <c:pt idx="96">
                  <c:v>4.072715594063444</c:v>
                </c:pt>
                <c:pt idx="97">
                  <c:v>4.165321803504205</c:v>
                </c:pt>
                <c:pt idx="98">
                  <c:v>3.933149821570889</c:v>
                </c:pt>
                <c:pt idx="99">
                  <c:v>3.9962088351922738</c:v>
                </c:pt>
                <c:pt idx="100">
                  <c:v>4.226403541528885</c:v>
                </c:pt>
                <c:pt idx="101">
                  <c:v>4.0640650870539865</c:v>
                </c:pt>
                <c:pt idx="102">
                  <c:v>4.032601694224873</c:v>
                </c:pt>
                <c:pt idx="103">
                  <c:v>4.220278554918382</c:v>
                </c:pt>
                <c:pt idx="104">
                  <c:v>3.9376254393460206</c:v>
                </c:pt>
                <c:pt idx="105">
                  <c:v>4.055348908148498</c:v>
                </c:pt>
                <c:pt idx="106">
                  <c:v>3.735661563356997</c:v>
                </c:pt>
                <c:pt idx="107">
                  <c:v>4.01139577444441</c:v>
                </c:pt>
                <c:pt idx="108">
                  <c:v>3.866833736350424</c:v>
                </c:pt>
                <c:pt idx="109">
                  <c:v>3.9076262506728012</c:v>
                </c:pt>
                <c:pt idx="110">
                  <c:v>3.9741954165200495</c:v>
                </c:pt>
                <c:pt idx="111">
                  <c:v>4.193345179129852</c:v>
                </c:pt>
                <c:pt idx="112">
                  <c:v>4.107908380273304</c:v>
                </c:pt>
                <c:pt idx="113">
                  <c:v>3.8598700770871743</c:v>
                </c:pt>
                <c:pt idx="114">
                  <c:v>3.888701839897698</c:v>
                </c:pt>
                <c:pt idx="115">
                  <c:v>4.085533005684497</c:v>
                </c:pt>
                <c:pt idx="116">
                  <c:v>3.7714125030234573</c:v>
                </c:pt>
                <c:pt idx="117">
                  <c:v>4.078132001870319</c:v>
                </c:pt>
                <c:pt idx="118">
                  <c:v>3.903666583876411</c:v>
                </c:pt>
                <c:pt idx="119">
                  <c:v>4.021902716958817</c:v>
                </c:pt>
                <c:pt idx="120">
                  <c:v>4.028230391685449</c:v>
                </c:pt>
                <c:pt idx="121">
                  <c:v>3.8265898477297586</c:v>
                </c:pt>
                <c:pt idx="122">
                  <c:v>3.926685419955184</c:v>
                </c:pt>
                <c:pt idx="123">
                  <c:v>3.954583809018824</c:v>
                </c:pt>
                <c:pt idx="124">
                  <c:v>4.0473921462309885</c:v>
                </c:pt>
                <c:pt idx="125">
                  <c:v>3.8807402317994435</c:v>
                </c:pt>
                <c:pt idx="126">
                  <c:v>3.8966679633703327</c:v>
                </c:pt>
                <c:pt idx="127">
                  <c:v>4.1169911320351416</c:v>
                </c:pt>
                <c:pt idx="128">
                  <c:v>4.273879332402294</c:v>
                </c:pt>
                <c:pt idx="129">
                  <c:v>3.9899100873186466</c:v>
                </c:pt>
                <c:pt idx="130">
                  <c:v>3.792766509744749</c:v>
                </c:pt>
                <c:pt idx="131">
                  <c:v>3.9390596318619053</c:v>
                </c:pt>
                <c:pt idx="132">
                  <c:v>4.060683366880949</c:v>
                </c:pt>
                <c:pt idx="133">
                  <c:v>4.019786227982609</c:v>
                </c:pt>
                <c:pt idx="134">
                  <c:v>4.090220156265223</c:v>
                </c:pt>
                <c:pt idx="135">
                  <c:v>3.9636928637606315</c:v>
                </c:pt>
                <c:pt idx="136">
                  <c:v>3.998580205561726</c:v>
                </c:pt>
                <c:pt idx="137">
                  <c:v>3.9298700064650984</c:v>
                </c:pt>
                <c:pt idx="138">
                  <c:v>3.845260809067935</c:v>
                </c:pt>
                <c:pt idx="139">
                  <c:v>3.923398388755099</c:v>
                </c:pt>
                <c:pt idx="140">
                  <c:v>3.9503852657383054</c:v>
                </c:pt>
                <c:pt idx="141">
                  <c:v>4.08632810475589</c:v>
                </c:pt>
                <c:pt idx="142">
                  <c:v>3.97169583493019</c:v>
                </c:pt>
                <c:pt idx="143">
                  <c:v>2.9983383411298408</c:v>
                </c:pt>
                <c:pt idx="144">
                  <c:v>2.9261264501607083</c:v>
                </c:pt>
                <c:pt idx="145">
                  <c:v>3.0435909352537385</c:v>
                </c:pt>
                <c:pt idx="146">
                  <c:v>2.985927148226592</c:v>
                </c:pt>
                <c:pt idx="147">
                  <c:v>3.0077158286593115</c:v>
                </c:pt>
                <c:pt idx="148">
                  <c:v>3.11389800426895</c:v>
                </c:pt>
                <c:pt idx="149">
                  <c:v>3.0033929185121537</c:v>
                </c:pt>
                <c:pt idx="150">
                  <c:v>2.996738930677869</c:v>
                </c:pt>
                <c:pt idx="151">
                  <c:v>3.2253784537556176</c:v>
                </c:pt>
                <c:pt idx="152">
                  <c:v>3.077788549567922</c:v>
                </c:pt>
                <c:pt idx="153">
                  <c:v>3.069798126071056</c:v>
                </c:pt>
                <c:pt idx="154">
                  <c:v>2.8303789156369192</c:v>
                </c:pt>
                <c:pt idx="155">
                  <c:v>3.1950432846645427</c:v>
                </c:pt>
                <c:pt idx="156">
                  <c:v>2.8370586394304658</c:v>
                </c:pt>
                <c:pt idx="157">
                  <c:v>3.1596162726458528</c:v>
                </c:pt>
                <c:pt idx="158">
                  <c:v>3.0847214289335745</c:v>
                </c:pt>
                <c:pt idx="159">
                  <c:v>3.045225753387227</c:v>
                </c:pt>
                <c:pt idx="160">
                  <c:v>3.208779048851444</c:v>
                </c:pt>
                <c:pt idx="161">
                  <c:v>3.045845994459935</c:v>
                </c:pt>
                <c:pt idx="162">
                  <c:v>2.964634238999881</c:v>
                </c:pt>
                <c:pt idx="163">
                  <c:v>3.015055243578923</c:v>
                </c:pt>
                <c:pt idx="164">
                  <c:v>2.9386237620207885</c:v>
                </c:pt>
                <c:pt idx="165">
                  <c:v>2.8985092392279133</c:v>
                </c:pt>
                <c:pt idx="166">
                  <c:v>3.1533297038380805</c:v>
                </c:pt>
                <c:pt idx="167">
                  <c:v>2.9653725458835907</c:v>
                </c:pt>
                <c:pt idx="168">
                  <c:v>3.0257916485777834</c:v>
                </c:pt>
                <c:pt idx="169">
                  <c:v>2.9420125165860562</c:v>
                </c:pt>
                <c:pt idx="170">
                  <c:v>2.969698465434116</c:v>
                </c:pt>
                <c:pt idx="171">
                  <c:v>3.141247578199688</c:v>
                </c:pt>
                <c:pt idx="172">
                  <c:v>2.9745888391427737</c:v>
                </c:pt>
                <c:pt idx="173">
                  <c:v>2.991281882385481</c:v>
                </c:pt>
                <c:pt idx="174">
                  <c:v>3.0365741313135137</c:v>
                </c:pt>
                <c:pt idx="175">
                  <c:v>3.0094419115165136</c:v>
                </c:pt>
                <c:pt idx="176">
                  <c:v>2.9879119202210314</c:v>
                </c:pt>
                <c:pt idx="177">
                  <c:v>3.0579747860048916</c:v>
                </c:pt>
                <c:pt idx="178">
                  <c:v>2.9120568481416873</c:v>
                </c:pt>
                <c:pt idx="179">
                  <c:v>3.0376618500701933</c:v>
                </c:pt>
                <c:pt idx="180">
                  <c:v>2.824033413558793</c:v>
                </c:pt>
                <c:pt idx="181">
                  <c:v>2.758381456423839</c:v>
                </c:pt>
                <c:pt idx="182">
                  <c:v>2.957739117021362</c:v>
                </c:pt>
                <c:pt idx="183">
                  <c:v>3.1428629671644437</c:v>
                </c:pt>
                <c:pt idx="184">
                  <c:v>2.961597873378785</c:v>
                </c:pt>
                <c:pt idx="185">
                  <c:v>3.0481884451256045</c:v>
                </c:pt>
                <c:pt idx="186">
                  <c:v>3.1604069879604717</c:v>
                </c:pt>
                <c:pt idx="187">
                  <c:v>2.768662711133495</c:v>
                </c:pt>
                <c:pt idx="188">
                  <c:v>3.1598460449429764</c:v>
                </c:pt>
                <c:pt idx="189">
                  <c:v>3.009995913497617</c:v>
                </c:pt>
                <c:pt idx="190">
                  <c:v>2.8079899223324207</c:v>
                </c:pt>
                <c:pt idx="191">
                  <c:v>2.932509777515547</c:v>
                </c:pt>
                <c:pt idx="192">
                  <c:v>2.9686602756532636</c:v>
                </c:pt>
                <c:pt idx="193">
                  <c:v>3.0919187134228916</c:v>
                </c:pt>
                <c:pt idx="194">
                  <c:v>2.943478617089831</c:v>
                </c:pt>
                <c:pt idx="195">
                  <c:v>3.099264514948633</c:v>
                </c:pt>
                <c:pt idx="196">
                  <c:v>3.029122407665694</c:v>
                </c:pt>
                <c:pt idx="197">
                  <c:v>3.1665644054027715</c:v>
                </c:pt>
                <c:pt idx="198">
                  <c:v>2.9806538340481494</c:v>
                </c:pt>
                <c:pt idx="199">
                  <c:v>3.124256030114635</c:v>
                </c:pt>
                <c:pt idx="200">
                  <c:v>3.2301244412464722</c:v>
                </c:pt>
                <c:pt idx="201">
                  <c:v>3.025191374125621</c:v>
                </c:pt>
                <c:pt idx="202">
                  <c:v>3.1497315872424685</c:v>
                </c:pt>
                <c:pt idx="203">
                  <c:v>3.0341415272070034</c:v>
                </c:pt>
                <c:pt idx="204">
                  <c:v>2.987252344317804</c:v>
                </c:pt>
                <c:pt idx="205">
                  <c:v>2.9415094705202187</c:v>
                </c:pt>
                <c:pt idx="206">
                  <c:v>2.9748888087464946</c:v>
                </c:pt>
                <c:pt idx="207">
                  <c:v>2.968967980307194</c:v>
                </c:pt>
                <c:pt idx="208">
                  <c:v>3.177045755705868</c:v>
                </c:pt>
                <c:pt idx="209">
                  <c:v>3.0554885964700405</c:v>
                </c:pt>
                <c:pt idx="210">
                  <c:v>3.0062850695414682</c:v>
                </c:pt>
                <c:pt idx="211">
                  <c:v>3.1273169874614086</c:v>
                </c:pt>
                <c:pt idx="212">
                  <c:v>3.041039898896217</c:v>
                </c:pt>
                <c:pt idx="213">
                  <c:v>2.981785942507932</c:v>
                </c:pt>
                <c:pt idx="214">
                  <c:v>2.96702398767456</c:v>
                </c:pt>
                <c:pt idx="215">
                  <c:v>2.8413580864322068</c:v>
                </c:pt>
                <c:pt idx="216">
                  <c:v>2.8922766351889777</c:v>
                </c:pt>
                <c:pt idx="217">
                  <c:v>2.8909949253658533</c:v>
                </c:pt>
                <c:pt idx="218">
                  <c:v>3.0846050812556793</c:v>
                </c:pt>
                <c:pt idx="219">
                  <c:v>3.2044307606514217</c:v>
                </c:pt>
                <c:pt idx="220">
                  <c:v>2.9638985106264912</c:v>
                </c:pt>
                <c:pt idx="221">
                  <c:v>2.9837547237840902</c:v>
                </c:pt>
                <c:pt idx="222">
                  <c:v>3.128631568223936</c:v>
                </c:pt>
                <c:pt idx="223">
                  <c:v>3.139315828497878</c:v>
                </c:pt>
                <c:pt idx="224">
                  <c:v>3.017860643337126</c:v>
                </c:pt>
                <c:pt idx="225">
                  <c:v>2.9071191288364404</c:v>
                </c:pt>
                <c:pt idx="226">
                  <c:v>3.043153291747491</c:v>
                </c:pt>
                <c:pt idx="227">
                  <c:v>2.9691249132335202</c:v>
                </c:pt>
                <c:pt idx="228">
                  <c:v>3.055626836209022</c:v>
                </c:pt>
                <c:pt idx="229">
                  <c:v>2.9537246317924324</c:v>
                </c:pt>
                <c:pt idx="230">
                  <c:v>2.8904097862763476</c:v>
                </c:pt>
                <c:pt idx="231">
                  <c:v>3.003880527740566</c:v>
                </c:pt>
                <c:pt idx="232">
                  <c:v>3.191746669586311</c:v>
                </c:pt>
                <c:pt idx="233">
                  <c:v>3.042985466460853</c:v>
                </c:pt>
                <c:pt idx="234">
                  <c:v>2.9889932295575403</c:v>
                </c:pt>
                <c:pt idx="235">
                  <c:v>3.0215694913456734</c:v>
                </c:pt>
                <c:pt idx="236">
                  <c:v>3.0175032264568027</c:v>
                </c:pt>
                <c:pt idx="237">
                  <c:v>3.1061895169913387</c:v>
                </c:pt>
                <c:pt idx="238">
                  <c:v>3.1926580280740247</c:v>
                </c:pt>
                <c:pt idx="239">
                  <c:v>2.997153306203425</c:v>
                </c:pt>
                <c:pt idx="240">
                  <c:v>2.8890638603706496</c:v>
                </c:pt>
                <c:pt idx="241">
                  <c:v>2.9005486401865705</c:v>
                </c:pt>
                <c:pt idx="242">
                  <c:v>3.040542687220738</c:v>
                </c:pt>
                <c:pt idx="243">
                  <c:v>2.865825462164829</c:v>
                </c:pt>
                <c:pt idx="244">
                  <c:v>2.8938193020512455</c:v>
                </c:pt>
                <c:pt idx="245">
                  <c:v>3.0943972678477762</c:v>
                </c:pt>
                <c:pt idx="246">
                  <c:v>3.0960211058455225</c:v>
                </c:pt>
                <c:pt idx="247">
                  <c:v>3.076710213459739</c:v>
                </c:pt>
                <c:pt idx="248">
                  <c:v>2.9449546666514186</c:v>
                </c:pt>
                <c:pt idx="249">
                  <c:v>2.945676655599637</c:v>
                </c:pt>
                <c:pt idx="250">
                  <c:v>3.0759983182324357</c:v>
                </c:pt>
                <c:pt idx="251">
                  <c:v>3.081666070959953</c:v>
                </c:pt>
                <c:pt idx="252">
                  <c:v>3.0871110290737724</c:v>
                </c:pt>
                <c:pt idx="253">
                  <c:v>2.9681393838482615</c:v>
                </c:pt>
                <c:pt idx="254">
                  <c:v>3.1045686302074706</c:v>
                </c:pt>
                <c:pt idx="255">
                  <c:v>3.0937354984300414</c:v>
                </c:pt>
                <c:pt idx="256">
                  <c:v>2.8619826039824114</c:v>
                </c:pt>
                <c:pt idx="257">
                  <c:v>2.8591144084540483</c:v>
                </c:pt>
                <c:pt idx="258">
                  <c:v>3.0256034821057476</c:v>
                </c:pt>
                <c:pt idx="259">
                  <c:v>3.2513868048371153</c:v>
                </c:pt>
                <c:pt idx="260">
                  <c:v>2.8953613495875645</c:v>
                </c:pt>
                <c:pt idx="261">
                  <c:v>2.944434384048961</c:v>
                </c:pt>
                <c:pt idx="262">
                  <c:v>3.000585051477033</c:v>
                </c:pt>
                <c:pt idx="263">
                  <c:v>2.9294549758717126</c:v>
                </c:pt>
                <c:pt idx="264">
                  <c:v>2.785590412224815</c:v>
                </c:pt>
                <c:pt idx="265">
                  <c:v>2.8856645725938748</c:v>
                </c:pt>
                <c:pt idx="266">
                  <c:v>3.121560699981332</c:v>
                </c:pt>
                <c:pt idx="267">
                  <c:v>3.018016299610891</c:v>
                </c:pt>
                <c:pt idx="268">
                  <c:v>2.997185273406543</c:v>
                </c:pt>
                <c:pt idx="269">
                  <c:v>2.915799591221959</c:v>
                </c:pt>
                <c:pt idx="270">
                  <c:v>3.205517048019831</c:v>
                </c:pt>
                <c:pt idx="271">
                  <c:v>3.1866016809367563</c:v>
                </c:pt>
                <c:pt idx="272">
                  <c:v>2.8881032200222085</c:v>
                </c:pt>
                <c:pt idx="273">
                  <c:v>3.0974223652909245</c:v>
                </c:pt>
                <c:pt idx="274">
                  <c:v>3.012520455951166</c:v>
                </c:pt>
                <c:pt idx="275">
                  <c:v>3.1030415929001602</c:v>
                </c:pt>
                <c:pt idx="276">
                  <c:v>2.9629440194765286</c:v>
                </c:pt>
                <c:pt idx="277">
                  <c:v>2.862942073383254</c:v>
                </c:pt>
                <c:pt idx="278">
                  <c:v>2.9900203009894484</c:v>
                </c:pt>
                <c:pt idx="279">
                  <c:v>2.9234537530238334</c:v>
                </c:pt>
                <c:pt idx="280">
                  <c:v>2.785799212548235</c:v>
                </c:pt>
                <c:pt idx="281">
                  <c:v>2.8601594219281106</c:v>
                </c:pt>
                <c:pt idx="282">
                  <c:v>2.8714793314058618</c:v>
                </c:pt>
                <c:pt idx="283">
                  <c:v>2.865772331189843</c:v>
                </c:pt>
                <c:pt idx="284">
                  <c:v>3.1656009945744423</c:v>
                </c:pt>
                <c:pt idx="285">
                  <c:v>3.1812596362430714</c:v>
                </c:pt>
                <c:pt idx="286">
                  <c:v>2.0117791835956957</c:v>
                </c:pt>
                <c:pt idx="287">
                  <c:v>1.9855315993744007</c:v>
                </c:pt>
                <c:pt idx="288">
                  <c:v>2.164958654149766</c:v>
                </c:pt>
                <c:pt idx="289">
                  <c:v>2.2599354572579236</c:v>
                </c:pt>
                <c:pt idx="290">
                  <c:v>2.0383763778446786</c:v>
                </c:pt>
                <c:pt idx="291">
                  <c:v>1.9663138016211532</c:v>
                </c:pt>
                <c:pt idx="292">
                  <c:v>1.9904806670950268</c:v>
                </c:pt>
                <c:pt idx="293">
                  <c:v>2.01464147757567</c:v>
                </c:pt>
                <c:pt idx="294">
                  <c:v>1.892650955161545</c:v>
                </c:pt>
                <c:pt idx="295">
                  <c:v>1.8788908551430066</c:v>
                </c:pt>
                <c:pt idx="296">
                  <c:v>1.886038925449488</c:v>
                </c:pt>
                <c:pt idx="297">
                  <c:v>2.099828057356726</c:v>
                </c:pt>
                <c:pt idx="298">
                  <c:v>1.905809723273827</c:v>
                </c:pt>
                <c:pt idx="299">
                  <c:v>1.9973692986176057</c:v>
                </c:pt>
                <c:pt idx="300">
                  <c:v>1.8944936734703606</c:v>
                </c:pt>
                <c:pt idx="301">
                  <c:v>1.9920266192589833</c:v>
                </c:pt>
                <c:pt idx="302">
                  <c:v>1.924423158791615</c:v>
                </c:pt>
                <c:pt idx="303">
                  <c:v>1.9654895310335094</c:v>
                </c:pt>
                <c:pt idx="304">
                  <c:v>2.087039098990931</c:v>
                </c:pt>
                <c:pt idx="305">
                  <c:v>2.094378444257671</c:v>
                </c:pt>
                <c:pt idx="306">
                  <c:v>2.1546052029623466</c:v>
                </c:pt>
                <c:pt idx="307">
                  <c:v>2.053067715177007</c:v>
                </c:pt>
                <c:pt idx="308">
                  <c:v>1.8119421559579811</c:v>
                </c:pt>
                <c:pt idx="309">
                  <c:v>1.9707962841413258</c:v>
                </c:pt>
                <c:pt idx="310">
                  <c:v>2.0635610846279504</c:v>
                </c:pt>
                <c:pt idx="311">
                  <c:v>2.0435309925229115</c:v>
                </c:pt>
                <c:pt idx="312">
                  <c:v>1.9984038444910484</c:v>
                </c:pt>
                <c:pt idx="313">
                  <c:v>2.0044266316245682</c:v>
                </c:pt>
                <c:pt idx="314">
                  <c:v>2.244260983026855</c:v>
                </c:pt>
                <c:pt idx="315">
                  <c:v>2.141248262032456</c:v>
                </c:pt>
                <c:pt idx="316">
                  <c:v>2.124212904667823</c:v>
                </c:pt>
                <c:pt idx="317">
                  <c:v>2.240684794055404</c:v>
                </c:pt>
                <c:pt idx="318">
                  <c:v>2.2268762603959043</c:v>
                </c:pt>
                <c:pt idx="319">
                  <c:v>2.0285643489830307</c:v>
                </c:pt>
                <c:pt idx="320">
                  <c:v>1.9808676162072048</c:v>
                </c:pt>
                <c:pt idx="321">
                  <c:v>2.082926615824764</c:v>
                </c:pt>
                <c:pt idx="322">
                  <c:v>1.9968673100401422</c:v>
                </c:pt>
                <c:pt idx="323">
                  <c:v>2.05347527297161</c:v>
                </c:pt>
                <c:pt idx="324">
                  <c:v>1.9023862478858862</c:v>
                </c:pt>
                <c:pt idx="325">
                  <c:v>2.104348725268301</c:v>
                </c:pt>
                <c:pt idx="326">
                  <c:v>2.165927821997228</c:v>
                </c:pt>
                <c:pt idx="327">
                  <c:v>2.151042780109537</c:v>
                </c:pt>
                <c:pt idx="328">
                  <c:v>1.8678116945380836</c:v>
                </c:pt>
                <c:pt idx="329">
                  <c:v>2.120914790993968</c:v>
                </c:pt>
                <c:pt idx="330">
                  <c:v>2.054828085952531</c:v>
                </c:pt>
                <c:pt idx="331">
                  <c:v>2.2110199075900097</c:v>
                </c:pt>
                <c:pt idx="332">
                  <c:v>1.8053949629803565</c:v>
                </c:pt>
                <c:pt idx="333">
                  <c:v>1.9481621431619307</c:v>
                </c:pt>
                <c:pt idx="334">
                  <c:v>1.884348068363436</c:v>
                </c:pt>
                <c:pt idx="335">
                  <c:v>2.0946876107613184</c:v>
                </c:pt>
                <c:pt idx="336">
                  <c:v>1.9637341577893324</c:v>
                </c:pt>
                <c:pt idx="337">
                  <c:v>1.8836406533938859</c:v>
                </c:pt>
                <c:pt idx="338">
                  <c:v>1.8613565602489859</c:v>
                </c:pt>
                <c:pt idx="339">
                  <c:v>2.0278026213229836</c:v>
                </c:pt>
                <c:pt idx="340">
                  <c:v>2.0847272381933615</c:v>
                </c:pt>
                <c:pt idx="341">
                  <c:v>1.9210237564144932</c:v>
                </c:pt>
                <c:pt idx="342">
                  <c:v>2.1037358857731103</c:v>
                </c:pt>
                <c:pt idx="343">
                  <c:v>2.0535457987527654</c:v>
                </c:pt>
                <c:pt idx="344">
                  <c:v>1.8870913305913553</c:v>
                </c:pt>
                <c:pt idx="345">
                  <c:v>1.6993592621988793</c:v>
                </c:pt>
                <c:pt idx="346">
                  <c:v>1.9422552804847135</c:v>
                </c:pt>
                <c:pt idx="347">
                  <c:v>1.9043552490906819</c:v>
                </c:pt>
                <c:pt idx="348">
                  <c:v>1.9661967414150778</c:v>
                </c:pt>
                <c:pt idx="349">
                  <c:v>2.1579921886192714</c:v>
                </c:pt>
                <c:pt idx="350">
                  <c:v>1.9395857762312796</c:v>
                </c:pt>
                <c:pt idx="351">
                  <c:v>2.149112813495891</c:v>
                </c:pt>
                <c:pt idx="352">
                  <c:v>2.11684335625254</c:v>
                </c:pt>
                <c:pt idx="353">
                  <c:v>2.052452252403079</c:v>
                </c:pt>
                <c:pt idx="354">
                  <c:v>1.8701468949435858</c:v>
                </c:pt>
                <c:pt idx="355">
                  <c:v>1.9917886451121862</c:v>
                </c:pt>
                <c:pt idx="356">
                  <c:v>1.8573692473936299</c:v>
                </c:pt>
                <c:pt idx="357">
                  <c:v>1.9060569212481284</c:v>
                </c:pt>
                <c:pt idx="358">
                  <c:v>1.8889837452876728</c:v>
                </c:pt>
                <c:pt idx="359">
                  <c:v>2.1197575742882755</c:v>
                </c:pt>
                <c:pt idx="360">
                  <c:v>1.9511148162193035</c:v>
                </c:pt>
                <c:pt idx="361">
                  <c:v>2.013268188562461</c:v>
                </c:pt>
                <c:pt idx="362">
                  <c:v>1.942951620130602</c:v>
                </c:pt>
                <c:pt idx="363">
                  <c:v>2.066308067016811</c:v>
                </c:pt>
                <c:pt idx="364">
                  <c:v>1.900333696851653</c:v>
                </c:pt>
                <c:pt idx="365">
                  <c:v>2.0354425790694237</c:v>
                </c:pt>
                <c:pt idx="366">
                  <c:v>2.041792041333226</c:v>
                </c:pt>
                <c:pt idx="367">
                  <c:v>1.9504896896130932</c:v>
                </c:pt>
                <c:pt idx="368">
                  <c:v>2.000283744171919</c:v>
                </c:pt>
                <c:pt idx="369">
                  <c:v>2.0301547855719133</c:v>
                </c:pt>
                <c:pt idx="370">
                  <c:v>2.1591392140918804</c:v>
                </c:pt>
                <c:pt idx="371">
                  <c:v>2.042952336213015</c:v>
                </c:pt>
                <c:pt idx="372">
                  <c:v>2.1509456443592754</c:v>
                </c:pt>
                <c:pt idx="373">
                  <c:v>1.975692036945848</c:v>
                </c:pt>
                <c:pt idx="374">
                  <c:v>2.0138092115039217</c:v>
                </c:pt>
                <c:pt idx="375">
                  <c:v>2.012862127241556</c:v>
                </c:pt>
                <c:pt idx="376">
                  <c:v>1.995705007634215</c:v>
                </c:pt>
                <c:pt idx="377">
                  <c:v>1.85332096715775</c:v>
                </c:pt>
                <c:pt idx="378">
                  <c:v>2.237199393970001</c:v>
                </c:pt>
                <c:pt idx="379">
                  <c:v>2.016752793421827</c:v>
                </c:pt>
                <c:pt idx="380">
                  <c:v>2.1163913307752025</c:v>
                </c:pt>
                <c:pt idx="381">
                  <c:v>2.1035425337316656</c:v>
                </c:pt>
                <c:pt idx="382">
                  <c:v>1.923490521260214</c:v>
                </c:pt>
                <c:pt idx="383">
                  <c:v>2.006818801993575</c:v>
                </c:pt>
                <c:pt idx="384">
                  <c:v>2.019181333309292</c:v>
                </c:pt>
                <c:pt idx="385">
                  <c:v>1.8570796754774308</c:v>
                </c:pt>
                <c:pt idx="386">
                  <c:v>2.0075124350744886</c:v>
                </c:pt>
                <c:pt idx="387">
                  <c:v>2.32</c:v>
                </c:pt>
                <c:pt idx="388">
                  <c:v>2.024774398538452</c:v>
                </c:pt>
                <c:pt idx="389">
                  <c:v>2.1556145234099806</c:v>
                </c:pt>
                <c:pt idx="390">
                  <c:v>1.984599027889959</c:v>
                </c:pt>
                <c:pt idx="391">
                  <c:v>1.9154962261443267</c:v>
                </c:pt>
                <c:pt idx="392">
                  <c:v>2.059225980525183</c:v>
                </c:pt>
                <c:pt idx="393">
                  <c:v>2.030067295902523</c:v>
                </c:pt>
                <c:pt idx="394">
                  <c:v>2.0165025601469897</c:v>
                </c:pt>
                <c:pt idx="395">
                  <c:v>2.0056889673018716</c:v>
                </c:pt>
                <c:pt idx="396">
                  <c:v>1.8738255883282995</c:v>
                </c:pt>
                <c:pt idx="397">
                  <c:v>2.069868991504249</c:v>
                </c:pt>
                <c:pt idx="398">
                  <c:v>1.8522928122620872</c:v>
                </c:pt>
                <c:pt idx="399">
                  <c:v>2.08802745156572</c:v>
                </c:pt>
                <c:pt idx="400">
                  <c:v>2.063188646346387</c:v>
                </c:pt>
                <c:pt idx="401">
                  <c:v>2.1102282904985343</c:v>
                </c:pt>
                <c:pt idx="402">
                  <c:v>1.935984183354196</c:v>
                </c:pt>
                <c:pt idx="403">
                  <c:v>2.0306698170794024</c:v>
                </c:pt>
                <c:pt idx="404">
                  <c:v>1.9320641745968803</c:v>
                </c:pt>
                <c:pt idx="405">
                  <c:v>2.0311476905290524</c:v>
                </c:pt>
                <c:pt idx="406">
                  <c:v>2.0013118162166372</c:v>
                </c:pt>
                <c:pt idx="407">
                  <c:v>1.829447861478859</c:v>
                </c:pt>
                <c:pt idx="408">
                  <c:v>1.9893135478511428</c:v>
                </c:pt>
                <c:pt idx="409">
                  <c:v>1.9740230848144849</c:v>
                </c:pt>
                <c:pt idx="410">
                  <c:v>1.9403001413276055</c:v>
                </c:pt>
                <c:pt idx="411">
                  <c:v>1.8980610608437254</c:v>
                </c:pt>
                <c:pt idx="412">
                  <c:v>2.0213537862017894</c:v>
                </c:pt>
                <c:pt idx="413">
                  <c:v>2.076454934836238</c:v>
                </c:pt>
                <c:pt idx="414">
                  <c:v>1.8878434167564877</c:v>
                </c:pt>
                <c:pt idx="415">
                  <c:v>1.9918474041360719</c:v>
                </c:pt>
                <c:pt idx="416">
                  <c:v>1.9042871802630912</c:v>
                </c:pt>
                <c:pt idx="417">
                  <c:v>2.1743438297973707</c:v>
                </c:pt>
                <c:pt idx="418">
                  <c:v>2.0164751975426416</c:v>
                </c:pt>
                <c:pt idx="419">
                  <c:v>1.7539326364767327</c:v>
                </c:pt>
                <c:pt idx="420">
                  <c:v>1.913259880565997</c:v>
                </c:pt>
                <c:pt idx="421">
                  <c:v>1.9039211038140194</c:v>
                </c:pt>
                <c:pt idx="422">
                  <c:v>2.1638481767415914</c:v>
                </c:pt>
                <c:pt idx="423">
                  <c:v>2.0959445559357746</c:v>
                </c:pt>
                <c:pt idx="424">
                  <c:v>1.9518430904343247</c:v>
                </c:pt>
                <c:pt idx="425">
                  <c:v>2.0717611156706432</c:v>
                </c:pt>
                <c:pt idx="426">
                  <c:v>2.0094639331268693</c:v>
                </c:pt>
                <c:pt idx="427">
                  <c:v>1.9347226611024102</c:v>
                </c:pt>
                <c:pt idx="428">
                  <c:v>2.1044382301618114</c:v>
                </c:pt>
                <c:pt idx="429">
                  <c:v>0.9196989229494956</c:v>
                </c:pt>
                <c:pt idx="430">
                  <c:v>1.0579327654248083</c:v>
                </c:pt>
                <c:pt idx="431">
                  <c:v>1.012342020079448</c:v>
                </c:pt>
                <c:pt idx="432">
                  <c:v>1.1832689690616678</c:v>
                </c:pt>
                <c:pt idx="433">
                  <c:v>0.8991263877040985</c:v>
                </c:pt>
                <c:pt idx="434">
                  <c:v>0.840823016542706</c:v>
                </c:pt>
                <c:pt idx="435">
                  <c:v>0.7007690145006755</c:v>
                </c:pt>
                <c:pt idx="436">
                  <c:v>0.8702525258535767</c:v>
                </c:pt>
                <c:pt idx="437">
                  <c:v>0.8266511088426752</c:v>
                </c:pt>
                <c:pt idx="438">
                  <c:v>0.8522389197046296</c:v>
                </c:pt>
                <c:pt idx="439">
                  <c:v>1.1232051840187813</c:v>
                </c:pt>
                <c:pt idx="440">
                  <c:v>1.0567188917335069</c:v>
                </c:pt>
                <c:pt idx="441">
                  <c:v>0.9688785369501314</c:v>
                </c:pt>
                <c:pt idx="442">
                  <c:v>0.8838738246693685</c:v>
                </c:pt>
                <c:pt idx="443">
                  <c:v>1.0669770186086356</c:v>
                </c:pt>
                <c:pt idx="444">
                  <c:v>0.8562412900678168</c:v>
                </c:pt>
                <c:pt idx="445">
                  <c:v>0.9681937008074968</c:v>
                </c:pt>
                <c:pt idx="446">
                  <c:v>1.1167980473161538</c:v>
                </c:pt>
                <c:pt idx="447">
                  <c:v>0.9322701709828414</c:v>
                </c:pt>
                <c:pt idx="448">
                  <c:v>1.1985305208127006</c:v>
                </c:pt>
                <c:pt idx="449">
                  <c:v>1.2059310507499563</c:v>
                </c:pt>
                <c:pt idx="450">
                  <c:v>1.21399399660572</c:v>
                </c:pt>
                <c:pt idx="451">
                  <c:v>0.9949374065560748</c:v>
                </c:pt>
                <c:pt idx="452">
                  <c:v>0.993634498702859</c:v>
                </c:pt>
                <c:pt idx="453">
                  <c:v>0.9840073272133135</c:v>
                </c:pt>
                <c:pt idx="454">
                  <c:v>1.0511311435408268</c:v>
                </c:pt>
                <c:pt idx="455">
                  <c:v>0.859684439254641</c:v>
                </c:pt>
                <c:pt idx="456">
                  <c:v>1.000515828753363</c:v>
                </c:pt>
                <c:pt idx="457">
                  <c:v>1.0796532442364632</c:v>
                </c:pt>
                <c:pt idx="458">
                  <c:v>0.8879546095180942</c:v>
                </c:pt>
                <c:pt idx="459">
                  <c:v>1.0337321947473135</c:v>
                </c:pt>
                <c:pt idx="460">
                  <c:v>1.181725382255211</c:v>
                </c:pt>
                <c:pt idx="461">
                  <c:v>1.1544422247133102</c:v>
                </c:pt>
                <c:pt idx="462">
                  <c:v>0.9604340346160979</c:v>
                </c:pt>
                <c:pt idx="463">
                  <c:v>1.1314223863570634</c:v>
                </c:pt>
                <c:pt idx="464">
                  <c:v>1.125930618410935</c:v>
                </c:pt>
                <c:pt idx="465">
                  <c:v>1.0422289745481845</c:v>
                </c:pt>
                <c:pt idx="466">
                  <c:v>0.9215598364515392</c:v>
                </c:pt>
                <c:pt idx="467">
                  <c:v>0.8427557482783002</c:v>
                </c:pt>
                <c:pt idx="468">
                  <c:v>0.8864455801491371</c:v>
                </c:pt>
                <c:pt idx="469">
                  <c:v>1.0286290624442476</c:v>
                </c:pt>
                <c:pt idx="470">
                  <c:v>0.9624913832729205</c:v>
                </c:pt>
                <c:pt idx="471">
                  <c:v>0.9940652440172025</c:v>
                </c:pt>
                <c:pt idx="472">
                  <c:v>0.9678624767350643</c:v>
                </c:pt>
                <c:pt idx="473">
                  <c:v>0.9696835099218893</c:v>
                </c:pt>
                <c:pt idx="474">
                  <c:v>0.8873273389553248</c:v>
                </c:pt>
                <c:pt idx="475">
                  <c:v>0.9716006394147312</c:v>
                </c:pt>
                <c:pt idx="476">
                  <c:v>0.8064262048348239</c:v>
                </c:pt>
                <c:pt idx="477">
                  <c:v>0.9572139124708128</c:v>
                </c:pt>
                <c:pt idx="478">
                  <c:v>1.058890481417696</c:v>
                </c:pt>
                <c:pt idx="479">
                  <c:v>0.942824140672098</c:v>
                </c:pt>
                <c:pt idx="480">
                  <c:v>0.905410621515961</c:v>
                </c:pt>
                <c:pt idx="481">
                  <c:v>0.9081291161510116</c:v>
                </c:pt>
                <c:pt idx="482">
                  <c:v>0.9452302981481057</c:v>
                </c:pt>
                <c:pt idx="483">
                  <c:v>0.8379871461100301</c:v>
                </c:pt>
                <c:pt idx="484">
                  <c:v>0.97784344879783</c:v>
                </c:pt>
                <c:pt idx="485">
                  <c:v>1.1024895682176261</c:v>
                </c:pt>
                <c:pt idx="486">
                  <c:v>1.0632182585438616</c:v>
                </c:pt>
                <c:pt idx="487">
                  <c:v>1.0534664597234298</c:v>
                </c:pt>
                <c:pt idx="488">
                  <c:v>0.9840541394451212</c:v>
                </c:pt>
                <c:pt idx="489">
                  <c:v>1.0219149223982753</c:v>
                </c:pt>
                <c:pt idx="490">
                  <c:v>0.8926397480666814</c:v>
                </c:pt>
                <c:pt idx="491">
                  <c:v>1.0565908657900853</c:v>
                </c:pt>
                <c:pt idx="492">
                  <c:v>0.7673375608509421</c:v>
                </c:pt>
                <c:pt idx="493">
                  <c:v>1.0758618826538244</c:v>
                </c:pt>
                <c:pt idx="494">
                  <c:v>0.79343589042937</c:v>
                </c:pt>
                <c:pt idx="495">
                  <c:v>0.9977776049292841</c:v>
                </c:pt>
                <c:pt idx="496">
                  <c:v>1.1757101177773968</c:v>
                </c:pt>
                <c:pt idx="497">
                  <c:v>0.9704870107705466</c:v>
                </c:pt>
                <c:pt idx="498">
                  <c:v>1.0260223447392665</c:v>
                </c:pt>
                <c:pt idx="499">
                  <c:v>0.7584545146949342</c:v>
                </c:pt>
                <c:pt idx="500">
                  <c:v>1.005763964221215</c:v>
                </c:pt>
                <c:pt idx="501">
                  <c:v>0.8958040154497976</c:v>
                </c:pt>
                <c:pt idx="502">
                  <c:v>1.1613565950718752</c:v>
                </c:pt>
                <c:pt idx="503">
                  <c:v>1.0230888818561303</c:v>
                </c:pt>
                <c:pt idx="504">
                  <c:v>0.9993464749335835</c:v>
                </c:pt>
                <c:pt idx="505">
                  <c:v>1.0768121092940175</c:v>
                </c:pt>
                <c:pt idx="506">
                  <c:v>0.9111163208510543</c:v>
                </c:pt>
                <c:pt idx="507">
                  <c:v>1.012296534603531</c:v>
                </c:pt>
                <c:pt idx="508">
                  <c:v>0.9417972096851174</c:v>
                </c:pt>
                <c:pt idx="509">
                  <c:v>1.135688760053268</c:v>
                </c:pt>
                <c:pt idx="510">
                  <c:v>0.9626487239200486</c:v>
                </c:pt>
                <c:pt idx="511">
                  <c:v>1.0899808210843729</c:v>
                </c:pt>
                <c:pt idx="512">
                  <c:v>1.0038581884078126</c:v>
                </c:pt>
                <c:pt idx="513">
                  <c:v>1.1608410618386202</c:v>
                </c:pt>
                <c:pt idx="514">
                  <c:v>1.0764685921037187</c:v>
                </c:pt>
                <c:pt idx="515">
                  <c:v>1.1026903977205764</c:v>
                </c:pt>
                <c:pt idx="516">
                  <c:v>0.9645393971373603</c:v>
                </c:pt>
                <c:pt idx="517">
                  <c:v>0.892223832334428</c:v>
                </c:pt>
                <c:pt idx="518">
                  <c:v>1.0629159347222354</c:v>
                </c:pt>
                <c:pt idx="519">
                  <c:v>0.8632159046029868</c:v>
                </c:pt>
                <c:pt idx="520">
                  <c:v>1.099933756539585</c:v>
                </c:pt>
                <c:pt idx="521">
                  <c:v>1.0333490909174752</c:v>
                </c:pt>
                <c:pt idx="522">
                  <c:v>1.0260905699455385</c:v>
                </c:pt>
                <c:pt idx="523">
                  <c:v>1.032215170441606</c:v>
                </c:pt>
                <c:pt idx="524">
                  <c:v>0.8955008784792561</c:v>
                </c:pt>
                <c:pt idx="525">
                  <c:v>0.8569584338767504</c:v>
                </c:pt>
                <c:pt idx="526">
                  <c:v>0.9246562346743685</c:v>
                </c:pt>
                <c:pt idx="527">
                  <c:v>0.9508456568987445</c:v>
                </c:pt>
                <c:pt idx="528">
                  <c:v>0.7230317653294558</c:v>
                </c:pt>
                <c:pt idx="529">
                  <c:v>0.9497859623203055</c:v>
                </c:pt>
                <c:pt idx="530">
                  <c:v>0.9510665629837128</c:v>
                </c:pt>
                <c:pt idx="531">
                  <c:v>1.0670681410257934</c:v>
                </c:pt>
                <c:pt idx="532">
                  <c:v>0.95095541533042</c:v>
                </c:pt>
                <c:pt idx="533">
                  <c:v>0.9856332830214102</c:v>
                </c:pt>
                <c:pt idx="534">
                  <c:v>1.0916738817332534</c:v>
                </c:pt>
                <c:pt idx="535">
                  <c:v>1.028780338039146</c:v>
                </c:pt>
                <c:pt idx="536">
                  <c:v>1.1878472719841797</c:v>
                </c:pt>
                <c:pt idx="537">
                  <c:v>0.9959217354180218</c:v>
                </c:pt>
                <c:pt idx="538">
                  <c:v>0.7705574862070931</c:v>
                </c:pt>
                <c:pt idx="539">
                  <c:v>1.0063391869343146</c:v>
                </c:pt>
                <c:pt idx="540">
                  <c:v>1.1053040535742176</c:v>
                </c:pt>
                <c:pt idx="541">
                  <c:v>0.9366770784479662</c:v>
                </c:pt>
                <c:pt idx="542">
                  <c:v>1.152597469606543</c:v>
                </c:pt>
                <c:pt idx="543">
                  <c:v>0.9553717777163638</c:v>
                </c:pt>
                <c:pt idx="544">
                  <c:v>0.7677975178795802</c:v>
                </c:pt>
                <c:pt idx="545">
                  <c:v>1.2122357673699082</c:v>
                </c:pt>
                <c:pt idx="546">
                  <c:v>1.119530753257868</c:v>
                </c:pt>
                <c:pt idx="547">
                  <c:v>1.0872690858398681</c:v>
                </c:pt>
                <c:pt idx="548">
                  <c:v>1.0068677812889493</c:v>
                </c:pt>
                <c:pt idx="549">
                  <c:v>1.1630754873445373</c:v>
                </c:pt>
                <c:pt idx="550">
                  <c:v>0.9752453184984344</c:v>
                </c:pt>
                <c:pt idx="551">
                  <c:v>0.9571666710854143</c:v>
                </c:pt>
                <c:pt idx="552">
                  <c:v>1.0828902502887128</c:v>
                </c:pt>
                <c:pt idx="553">
                  <c:v>1.0493368974596855</c:v>
                </c:pt>
                <c:pt idx="554">
                  <c:v>0.9638055034769203</c:v>
                </c:pt>
                <c:pt idx="555">
                  <c:v>1.1316140380368056</c:v>
                </c:pt>
                <c:pt idx="556">
                  <c:v>0.9829000854959721</c:v>
                </c:pt>
                <c:pt idx="557">
                  <c:v>1.094302069368252</c:v>
                </c:pt>
                <c:pt idx="558">
                  <c:v>1.0388290763145231</c:v>
                </c:pt>
                <c:pt idx="559">
                  <c:v>1.1533978415171355</c:v>
                </c:pt>
                <c:pt idx="560">
                  <c:v>0.9150224892538116</c:v>
                </c:pt>
                <c:pt idx="561">
                  <c:v>0.7970249710659874</c:v>
                </c:pt>
                <c:pt idx="562">
                  <c:v>0.9907551370221865</c:v>
                </c:pt>
                <c:pt idx="563">
                  <c:v>0.9106147215172165</c:v>
                </c:pt>
                <c:pt idx="564">
                  <c:v>0.9538436075817764</c:v>
                </c:pt>
                <c:pt idx="565">
                  <c:v>1.0219330929480634</c:v>
                </c:pt>
                <c:pt idx="566">
                  <c:v>0.9434734088913368</c:v>
                </c:pt>
                <c:pt idx="567">
                  <c:v>1.1354616732076745</c:v>
                </c:pt>
                <c:pt idx="568">
                  <c:v>1.0841358844506814</c:v>
                </c:pt>
                <c:pt idx="569">
                  <c:v>1.1220203882845332</c:v>
                </c:pt>
                <c:pt idx="570">
                  <c:v>0.8969603282682844</c:v>
                </c:pt>
                <c:pt idx="571">
                  <c:v>1.249021706415527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Sheet1!$B$575</c:f>
              <c:strCache>
                <c:ptCount val="1"/>
                <c:pt idx="0">
                  <c:v>7–9 masts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5"/>
            <c:spPr>
              <a:solidFill>
                <a:srgbClr val="CC4778"/>
              </a:solidFill>
              <a:ln>
                <a:noFill/>
              </a:ln>
            </c:spPr>
          </c:marker>
          <c:xVal>
            <c:numRef>
              <c:f>Sheet1!$A$576:$A$1031</c:f>
              <c:numCache>
                <c:formatCode>General</c:formatCode>
                <c:ptCount val="456"/>
                <c:pt idx="0">
                  <c:v>2.919219</c:v>
                </c:pt>
                <c:pt idx="1">
                  <c:v>1.657972</c:v>
                </c:pt>
                <c:pt idx="2">
                  <c:v>4.676599</c:v>
                </c:pt>
                <c:pt idx="3">
                  <c:v>-0.001593</c:v>
                </c:pt>
                <c:pt idx="4">
                  <c:v>-0.070833</c:v>
                </c:pt>
                <c:pt idx="5">
                  <c:v>1.868434</c:v>
                </c:pt>
                <c:pt idx="6">
                  <c:v>2.133918</c:v>
                </c:pt>
                <c:pt idx="7">
                  <c:v>-0.113913</c:v>
                </c:pt>
                <c:pt idx="8">
                  <c:v>1.25934</c:v>
                </c:pt>
                <c:pt idx="9">
                  <c:v>3.889948</c:v>
                </c:pt>
                <c:pt idx="10">
                  <c:v>5.330648</c:v>
                </c:pt>
                <c:pt idx="11">
                  <c:v>5.085944</c:v>
                </c:pt>
                <c:pt idx="12">
                  <c:v>0.233819</c:v>
                </c:pt>
                <c:pt idx="13">
                  <c:v>1.850143</c:v>
                </c:pt>
                <c:pt idx="14">
                  <c:v>-0.129667</c:v>
                </c:pt>
                <c:pt idx="15">
                  <c:v>1.630511</c:v>
                </c:pt>
                <c:pt idx="16">
                  <c:v>2.479624</c:v>
                </c:pt>
                <c:pt idx="17">
                  <c:v>1.020476</c:v>
                </c:pt>
                <c:pt idx="18">
                  <c:v>-0.086902</c:v>
                </c:pt>
                <c:pt idx="19">
                  <c:v>1.375059</c:v>
                </c:pt>
                <c:pt idx="20">
                  <c:v>3.879239</c:v>
                </c:pt>
                <c:pt idx="21">
                  <c:v>-0.269733</c:v>
                </c:pt>
                <c:pt idx="22">
                  <c:v>3.314158</c:v>
                </c:pt>
                <c:pt idx="23">
                  <c:v>-0.166243</c:v>
                </c:pt>
                <c:pt idx="24">
                  <c:v>1.84276</c:v>
                </c:pt>
                <c:pt idx="25">
                  <c:v>1.774826</c:v>
                </c:pt>
                <c:pt idx="26">
                  <c:v>3.746236</c:v>
                </c:pt>
                <c:pt idx="27">
                  <c:v>2.837498</c:v>
                </c:pt>
                <c:pt idx="28">
                  <c:v>4.873416</c:v>
                </c:pt>
                <c:pt idx="29">
                  <c:v>-0.247689</c:v>
                </c:pt>
                <c:pt idx="30">
                  <c:v>4.166542</c:v>
                </c:pt>
                <c:pt idx="31">
                  <c:v>1.692502</c:v>
                </c:pt>
                <c:pt idx="32">
                  <c:v>0.363801</c:v>
                </c:pt>
                <c:pt idx="33">
                  <c:v>2.286244</c:v>
                </c:pt>
                <c:pt idx="34">
                  <c:v>0.444196</c:v>
                </c:pt>
                <c:pt idx="35">
                  <c:v>0.032148</c:v>
                </c:pt>
                <c:pt idx="36">
                  <c:v>2.02295</c:v>
                </c:pt>
                <c:pt idx="37">
                  <c:v>6.742723</c:v>
                </c:pt>
                <c:pt idx="38">
                  <c:v>1.015094</c:v>
                </c:pt>
                <c:pt idx="39">
                  <c:v>-0.211969</c:v>
                </c:pt>
                <c:pt idx="40">
                  <c:v>0.053211</c:v>
                </c:pt>
                <c:pt idx="41">
                  <c:v>5.970528</c:v>
                </c:pt>
                <c:pt idx="42">
                  <c:v>0.723953</c:v>
                </c:pt>
                <c:pt idx="43">
                  <c:v>3.298224</c:v>
                </c:pt>
                <c:pt idx="44">
                  <c:v>0.333719</c:v>
                </c:pt>
                <c:pt idx="45">
                  <c:v>-0.142085</c:v>
                </c:pt>
                <c:pt idx="46">
                  <c:v>0.650817</c:v>
                </c:pt>
                <c:pt idx="47">
                  <c:v>0.956454</c:v>
                </c:pt>
                <c:pt idx="48">
                  <c:v>-0.0161</c:v>
                </c:pt>
                <c:pt idx="49">
                  <c:v>2.001481</c:v>
                </c:pt>
                <c:pt idx="50">
                  <c:v>3.710548</c:v>
                </c:pt>
                <c:pt idx="51">
                  <c:v>1.627386</c:v>
                </c:pt>
                <c:pt idx="52">
                  <c:v>5.127295</c:v>
                </c:pt>
                <c:pt idx="53">
                  <c:v>-0.092895</c:v>
                </c:pt>
                <c:pt idx="54">
                  <c:v>2.078646</c:v>
                </c:pt>
                <c:pt idx="55">
                  <c:v>0.274864</c:v>
                </c:pt>
                <c:pt idx="56">
                  <c:v>-0.540936</c:v>
                </c:pt>
                <c:pt idx="57">
                  <c:v>3.448898</c:v>
                </c:pt>
                <c:pt idx="58">
                  <c:v>-0.018282</c:v>
                </c:pt>
                <c:pt idx="59">
                  <c:v>1.581667</c:v>
                </c:pt>
                <c:pt idx="60">
                  <c:v>-0.129277</c:v>
                </c:pt>
                <c:pt idx="61">
                  <c:v>2.658687</c:v>
                </c:pt>
                <c:pt idx="62">
                  <c:v>2.867443</c:v>
                </c:pt>
                <c:pt idx="63">
                  <c:v>-0.002877</c:v>
                </c:pt>
                <c:pt idx="64">
                  <c:v>0.935491</c:v>
                </c:pt>
                <c:pt idx="65">
                  <c:v>4.985839</c:v>
                </c:pt>
                <c:pt idx="66">
                  <c:v>-0.122986</c:v>
                </c:pt>
                <c:pt idx="67">
                  <c:v>2.377767</c:v>
                </c:pt>
                <c:pt idx="68">
                  <c:v>1.196576</c:v>
                </c:pt>
                <c:pt idx="69">
                  <c:v>4.441163</c:v>
                </c:pt>
                <c:pt idx="70">
                  <c:v>0.168115</c:v>
                </c:pt>
                <c:pt idx="71">
                  <c:v>1.998514</c:v>
                </c:pt>
                <c:pt idx="72">
                  <c:v>1.372467</c:v>
                </c:pt>
                <c:pt idx="73">
                  <c:v>-0.051644</c:v>
                </c:pt>
                <c:pt idx="74">
                  <c:v>1.795816</c:v>
                </c:pt>
                <c:pt idx="75">
                  <c:v>2.354489</c:v>
                </c:pt>
                <c:pt idx="76">
                  <c:v>1.358969</c:v>
                </c:pt>
                <c:pt idx="77">
                  <c:v>1.680654</c:v>
                </c:pt>
                <c:pt idx="78">
                  <c:v>1.092511</c:v>
                </c:pt>
                <c:pt idx="79">
                  <c:v>2.711993</c:v>
                </c:pt>
                <c:pt idx="80">
                  <c:v>2.504726</c:v>
                </c:pt>
                <c:pt idx="81">
                  <c:v>2.878882</c:v>
                </c:pt>
                <c:pt idx="82">
                  <c:v>-0.055508</c:v>
                </c:pt>
                <c:pt idx="83">
                  <c:v>1.131915</c:v>
                </c:pt>
                <c:pt idx="84">
                  <c:v>0.674924</c:v>
                </c:pt>
                <c:pt idx="85">
                  <c:v>0.469529</c:v>
                </c:pt>
                <c:pt idx="86">
                  <c:v>0.890927</c:v>
                </c:pt>
                <c:pt idx="87">
                  <c:v>1.231438</c:v>
                </c:pt>
                <c:pt idx="88">
                  <c:v>0.906282</c:v>
                </c:pt>
                <c:pt idx="89">
                  <c:v>-0.037203</c:v>
                </c:pt>
                <c:pt idx="90">
                  <c:v>1.074668</c:v>
                </c:pt>
                <c:pt idx="91">
                  <c:v>-0.007221</c:v>
                </c:pt>
                <c:pt idx="92">
                  <c:v>-0.035677</c:v>
                </c:pt>
                <c:pt idx="93">
                  <c:v>1.193337</c:v>
                </c:pt>
                <c:pt idx="94">
                  <c:v>4.803057</c:v>
                </c:pt>
                <c:pt idx="95">
                  <c:v>0.789305</c:v>
                </c:pt>
                <c:pt idx="96">
                  <c:v>4.821065</c:v>
                </c:pt>
                <c:pt idx="97">
                  <c:v>0.931588</c:v>
                </c:pt>
                <c:pt idx="98">
                  <c:v>-0.141616</c:v>
                </c:pt>
                <c:pt idx="99">
                  <c:v>1.676752</c:v>
                </c:pt>
                <c:pt idx="100">
                  <c:v>1.843463</c:v>
                </c:pt>
                <c:pt idx="101">
                  <c:v>1.525002</c:v>
                </c:pt>
                <c:pt idx="102">
                  <c:v>-0.065145</c:v>
                </c:pt>
                <c:pt idx="103">
                  <c:v>-0.115372</c:v>
                </c:pt>
                <c:pt idx="104">
                  <c:v>4.200804</c:v>
                </c:pt>
                <c:pt idx="105">
                  <c:v>0.327384</c:v>
                </c:pt>
                <c:pt idx="106">
                  <c:v>2.259176</c:v>
                </c:pt>
                <c:pt idx="107">
                  <c:v>1.546934</c:v>
                </c:pt>
                <c:pt idx="108">
                  <c:v>2.21487</c:v>
                </c:pt>
                <c:pt idx="109">
                  <c:v>1.503711</c:v>
                </c:pt>
                <c:pt idx="110">
                  <c:v>-0.298832</c:v>
                </c:pt>
                <c:pt idx="111">
                  <c:v>1.776698</c:v>
                </c:pt>
                <c:pt idx="112">
                  <c:v>1.186619</c:v>
                </c:pt>
                <c:pt idx="113">
                  <c:v>0.419395</c:v>
                </c:pt>
                <c:pt idx="114">
                  <c:v>0.414145</c:v>
                </c:pt>
                <c:pt idx="115">
                  <c:v>0.596111</c:v>
                </c:pt>
                <c:pt idx="116">
                  <c:v>-1.185046</c:v>
                </c:pt>
                <c:pt idx="117">
                  <c:v>0.506894</c:v>
                </c:pt>
                <c:pt idx="118">
                  <c:v>0.969066</c:v>
                </c:pt>
                <c:pt idx="119">
                  <c:v>-1.516415</c:v>
                </c:pt>
                <c:pt idx="120">
                  <c:v>0.397071</c:v>
                </c:pt>
                <c:pt idx="121">
                  <c:v>0.73426</c:v>
                </c:pt>
                <c:pt idx="122">
                  <c:v>0.673931</c:v>
                </c:pt>
                <c:pt idx="123">
                  <c:v>0.792754</c:v>
                </c:pt>
                <c:pt idx="124">
                  <c:v>-0.247802</c:v>
                </c:pt>
                <c:pt idx="125">
                  <c:v>-0.802365</c:v>
                </c:pt>
                <c:pt idx="126">
                  <c:v>-0.536502</c:v>
                </c:pt>
                <c:pt idx="127">
                  <c:v>0.057163</c:v>
                </c:pt>
                <c:pt idx="128">
                  <c:v>0.991383</c:v>
                </c:pt>
                <c:pt idx="129">
                  <c:v>-1.102938</c:v>
                </c:pt>
                <c:pt idx="130">
                  <c:v>0.175722</c:v>
                </c:pt>
                <c:pt idx="131">
                  <c:v>0.663698</c:v>
                </c:pt>
                <c:pt idx="132">
                  <c:v>0.966045</c:v>
                </c:pt>
                <c:pt idx="133">
                  <c:v>1.08574</c:v>
                </c:pt>
                <c:pt idx="134">
                  <c:v>-0.325803</c:v>
                </c:pt>
                <c:pt idx="135">
                  <c:v>0.557626</c:v>
                </c:pt>
                <c:pt idx="136">
                  <c:v>-0.454785</c:v>
                </c:pt>
                <c:pt idx="137">
                  <c:v>1.427672</c:v>
                </c:pt>
                <c:pt idx="138">
                  <c:v>1.076159</c:v>
                </c:pt>
                <c:pt idx="139">
                  <c:v>-0.36152</c:v>
                </c:pt>
                <c:pt idx="140">
                  <c:v>0.359362</c:v>
                </c:pt>
                <c:pt idx="141">
                  <c:v>-0.138669</c:v>
                </c:pt>
                <c:pt idx="142">
                  <c:v>-1.338236</c:v>
                </c:pt>
                <c:pt idx="143">
                  <c:v>-0.203912</c:v>
                </c:pt>
                <c:pt idx="144">
                  <c:v>-0.056586</c:v>
                </c:pt>
                <c:pt idx="145">
                  <c:v>-0.640256</c:v>
                </c:pt>
                <c:pt idx="146">
                  <c:v>-0.267319</c:v>
                </c:pt>
                <c:pt idx="147">
                  <c:v>0.197849</c:v>
                </c:pt>
                <c:pt idx="148">
                  <c:v>0.88679</c:v>
                </c:pt>
                <c:pt idx="149">
                  <c:v>-0.008442</c:v>
                </c:pt>
                <c:pt idx="150">
                  <c:v>-0.450608</c:v>
                </c:pt>
                <c:pt idx="151">
                  <c:v>-1.782484</c:v>
                </c:pt>
                <c:pt idx="152">
                  <c:v>0.271972</c:v>
                </c:pt>
                <c:pt idx="153">
                  <c:v>-0.035231</c:v>
                </c:pt>
                <c:pt idx="154">
                  <c:v>0.475216</c:v>
                </c:pt>
                <c:pt idx="155">
                  <c:v>-0.877147</c:v>
                </c:pt>
                <c:pt idx="156">
                  <c:v>0.358433</c:v>
                </c:pt>
                <c:pt idx="157">
                  <c:v>1.002605</c:v>
                </c:pt>
                <c:pt idx="158">
                  <c:v>-0.27086</c:v>
                </c:pt>
                <c:pt idx="159">
                  <c:v>0.101261</c:v>
                </c:pt>
                <c:pt idx="160">
                  <c:v>0.131144</c:v>
                </c:pt>
                <c:pt idx="161">
                  <c:v>1.000477</c:v>
                </c:pt>
                <c:pt idx="162">
                  <c:v>0.527067</c:v>
                </c:pt>
                <c:pt idx="163">
                  <c:v>-0.106605</c:v>
                </c:pt>
                <c:pt idx="164">
                  <c:v>0.19684</c:v>
                </c:pt>
                <c:pt idx="165">
                  <c:v>-0.5971</c:v>
                </c:pt>
                <c:pt idx="166">
                  <c:v>-0.988782</c:v>
                </c:pt>
                <c:pt idx="167">
                  <c:v>-1.254387</c:v>
                </c:pt>
                <c:pt idx="168">
                  <c:v>-0.072759</c:v>
                </c:pt>
                <c:pt idx="169">
                  <c:v>0.521236</c:v>
                </c:pt>
                <c:pt idx="170">
                  <c:v>-0.152016</c:v>
                </c:pt>
                <c:pt idx="171">
                  <c:v>0.20925</c:v>
                </c:pt>
                <c:pt idx="172">
                  <c:v>1.881673</c:v>
                </c:pt>
                <c:pt idx="173">
                  <c:v>0.643856</c:v>
                </c:pt>
                <c:pt idx="174">
                  <c:v>0.42445</c:v>
                </c:pt>
                <c:pt idx="175">
                  <c:v>-0.864166</c:v>
                </c:pt>
                <c:pt idx="176">
                  <c:v>-0.686316</c:v>
                </c:pt>
                <c:pt idx="177">
                  <c:v>0.890394</c:v>
                </c:pt>
                <c:pt idx="178">
                  <c:v>0.937066</c:v>
                </c:pt>
                <c:pt idx="179">
                  <c:v>-1.549133</c:v>
                </c:pt>
                <c:pt idx="180">
                  <c:v>1.083884</c:v>
                </c:pt>
                <c:pt idx="181">
                  <c:v>-0.655532</c:v>
                </c:pt>
                <c:pt idx="182">
                  <c:v>0.76385</c:v>
                </c:pt>
                <c:pt idx="183">
                  <c:v>-1.706187</c:v>
                </c:pt>
                <c:pt idx="184">
                  <c:v>0.501784</c:v>
                </c:pt>
                <c:pt idx="185">
                  <c:v>-0.478702</c:v>
                </c:pt>
                <c:pt idx="186">
                  <c:v>0.128548</c:v>
                </c:pt>
                <c:pt idx="187">
                  <c:v>1.197684</c:v>
                </c:pt>
                <c:pt idx="188">
                  <c:v>-0.225592</c:v>
                </c:pt>
                <c:pt idx="189">
                  <c:v>0.137843</c:v>
                </c:pt>
                <c:pt idx="190">
                  <c:v>0.087087</c:v>
                </c:pt>
                <c:pt idx="191">
                  <c:v>-0.215934</c:v>
                </c:pt>
                <c:pt idx="192">
                  <c:v>-0.883697</c:v>
                </c:pt>
                <c:pt idx="193">
                  <c:v>-0.362629</c:v>
                </c:pt>
                <c:pt idx="194">
                  <c:v>-0.568624</c:v>
                </c:pt>
                <c:pt idx="195">
                  <c:v>-2.335034</c:v>
                </c:pt>
                <c:pt idx="196">
                  <c:v>0.884422</c:v>
                </c:pt>
                <c:pt idx="197">
                  <c:v>0.219563</c:v>
                </c:pt>
                <c:pt idx="198">
                  <c:v>0.179246</c:v>
                </c:pt>
                <c:pt idx="199">
                  <c:v>0.799372</c:v>
                </c:pt>
                <c:pt idx="200">
                  <c:v>-0.402147</c:v>
                </c:pt>
                <c:pt idx="201">
                  <c:v>-0.172201</c:v>
                </c:pt>
                <c:pt idx="202">
                  <c:v>0.110889</c:v>
                </c:pt>
                <c:pt idx="203">
                  <c:v>0.26718</c:v>
                </c:pt>
                <c:pt idx="204">
                  <c:v>0.917335</c:v>
                </c:pt>
                <c:pt idx="205">
                  <c:v>0.67348</c:v>
                </c:pt>
                <c:pt idx="206">
                  <c:v>1.333632</c:v>
                </c:pt>
                <c:pt idx="207">
                  <c:v>0.254478</c:v>
                </c:pt>
                <c:pt idx="208">
                  <c:v>-0.660121</c:v>
                </c:pt>
                <c:pt idx="209">
                  <c:v>0.075577</c:v>
                </c:pt>
                <c:pt idx="210">
                  <c:v>-0.068863</c:v>
                </c:pt>
                <c:pt idx="211">
                  <c:v>0.194235</c:v>
                </c:pt>
                <c:pt idx="212">
                  <c:v>0.783241</c:v>
                </c:pt>
                <c:pt idx="213">
                  <c:v>0.577669</c:v>
                </c:pt>
                <c:pt idx="214">
                  <c:v>0.219021</c:v>
                </c:pt>
                <c:pt idx="215">
                  <c:v>1.588126</c:v>
                </c:pt>
                <c:pt idx="216">
                  <c:v>0.125478</c:v>
                </c:pt>
                <c:pt idx="217">
                  <c:v>0.217537</c:v>
                </c:pt>
                <c:pt idx="218">
                  <c:v>1.024447</c:v>
                </c:pt>
                <c:pt idx="219">
                  <c:v>0.719501</c:v>
                </c:pt>
                <c:pt idx="220">
                  <c:v>-0.645904</c:v>
                </c:pt>
                <c:pt idx="221">
                  <c:v>0.936641</c:v>
                </c:pt>
                <c:pt idx="222">
                  <c:v>-0.019637</c:v>
                </c:pt>
                <c:pt idx="223">
                  <c:v>-0.410077</c:v>
                </c:pt>
                <c:pt idx="224">
                  <c:v>-0.349013</c:v>
                </c:pt>
                <c:pt idx="225">
                  <c:v>-0.601768</c:v>
                </c:pt>
                <c:pt idx="226">
                  <c:v>0.055881</c:v>
                </c:pt>
                <c:pt idx="227">
                  <c:v>-0.30103</c:v>
                </c:pt>
                <c:pt idx="228">
                  <c:v>0.950208</c:v>
                </c:pt>
                <c:pt idx="229">
                  <c:v>0.195844</c:v>
                </c:pt>
                <c:pt idx="230">
                  <c:v>0.035905</c:v>
                </c:pt>
                <c:pt idx="231">
                  <c:v>0.038668</c:v>
                </c:pt>
                <c:pt idx="232">
                  <c:v>-0.057734</c:v>
                </c:pt>
                <c:pt idx="233">
                  <c:v>2.245524</c:v>
                </c:pt>
                <c:pt idx="234">
                  <c:v>0.505795</c:v>
                </c:pt>
                <c:pt idx="235">
                  <c:v>-0.111305</c:v>
                </c:pt>
                <c:pt idx="236">
                  <c:v>0.788449</c:v>
                </c:pt>
                <c:pt idx="237">
                  <c:v>-0.197787</c:v>
                </c:pt>
                <c:pt idx="238">
                  <c:v>-0.950776</c:v>
                </c:pt>
                <c:pt idx="239">
                  <c:v>-0.541083</c:v>
                </c:pt>
                <c:pt idx="240">
                  <c:v>0.355763</c:v>
                </c:pt>
                <c:pt idx="241">
                  <c:v>0.575463</c:v>
                </c:pt>
                <c:pt idx="242">
                  <c:v>-0.393557</c:v>
                </c:pt>
                <c:pt idx="243">
                  <c:v>0.2838</c:v>
                </c:pt>
                <c:pt idx="244">
                  <c:v>0.684226</c:v>
                </c:pt>
                <c:pt idx="245">
                  <c:v>0.478634</c:v>
                </c:pt>
                <c:pt idx="246">
                  <c:v>-0.233261</c:v>
                </c:pt>
                <c:pt idx="247">
                  <c:v>0.1436</c:v>
                </c:pt>
                <c:pt idx="248">
                  <c:v>1.512023</c:v>
                </c:pt>
                <c:pt idx="249">
                  <c:v>-0.010283</c:v>
                </c:pt>
                <c:pt idx="250">
                  <c:v>1.473484</c:v>
                </c:pt>
                <c:pt idx="251">
                  <c:v>0.137355</c:v>
                </c:pt>
                <c:pt idx="252">
                  <c:v>0.644816</c:v>
                </c:pt>
                <c:pt idx="253">
                  <c:v>1.465764</c:v>
                </c:pt>
                <c:pt idx="254">
                  <c:v>0.295543</c:v>
                </c:pt>
                <c:pt idx="255">
                  <c:v>-0.938615</c:v>
                </c:pt>
                <c:pt idx="256">
                  <c:v>-0.56012</c:v>
                </c:pt>
                <c:pt idx="257">
                  <c:v>0.247415</c:v>
                </c:pt>
                <c:pt idx="258">
                  <c:v>-0.785241</c:v>
                </c:pt>
                <c:pt idx="259">
                  <c:v>0.582812</c:v>
                </c:pt>
                <c:pt idx="260">
                  <c:v>0.628044</c:v>
                </c:pt>
                <c:pt idx="261">
                  <c:v>1.346115</c:v>
                </c:pt>
                <c:pt idx="262">
                  <c:v>0.33987</c:v>
                </c:pt>
                <c:pt idx="263">
                  <c:v>0.001425</c:v>
                </c:pt>
                <c:pt idx="264">
                  <c:v>1.097577</c:v>
                </c:pt>
                <c:pt idx="265">
                  <c:v>-1.08625</c:v>
                </c:pt>
                <c:pt idx="266">
                  <c:v>1.255958</c:v>
                </c:pt>
                <c:pt idx="267">
                  <c:v>-0.052019</c:v>
                </c:pt>
                <c:pt idx="268">
                  <c:v>0.107962</c:v>
                </c:pt>
                <c:pt idx="269">
                  <c:v>-0.33476</c:v>
                </c:pt>
                <c:pt idx="270">
                  <c:v>0.737296</c:v>
                </c:pt>
                <c:pt idx="271">
                  <c:v>-0.541785</c:v>
                </c:pt>
                <c:pt idx="272">
                  <c:v>0.662041</c:v>
                </c:pt>
                <c:pt idx="273">
                  <c:v>0.09698</c:v>
                </c:pt>
                <c:pt idx="274">
                  <c:v>0.403349</c:v>
                </c:pt>
                <c:pt idx="275">
                  <c:v>0.674657</c:v>
                </c:pt>
                <c:pt idx="276">
                  <c:v>0.006969</c:v>
                </c:pt>
                <c:pt idx="277">
                  <c:v>0.315923</c:v>
                </c:pt>
                <c:pt idx="278">
                  <c:v>-0.099556</c:v>
                </c:pt>
                <c:pt idx="279">
                  <c:v>0.701619</c:v>
                </c:pt>
                <c:pt idx="280">
                  <c:v>-1.631357</c:v>
                </c:pt>
                <c:pt idx="281">
                  <c:v>2.228512</c:v>
                </c:pt>
                <c:pt idx="282">
                  <c:v>0.17643</c:v>
                </c:pt>
                <c:pt idx="283">
                  <c:v>-0.01616</c:v>
                </c:pt>
                <c:pt idx="284">
                  <c:v>0.212042</c:v>
                </c:pt>
                <c:pt idx="285">
                  <c:v>-0.268995</c:v>
                </c:pt>
                <c:pt idx="286">
                  <c:v>-0.38298</c:v>
                </c:pt>
                <c:pt idx="287">
                  <c:v>0.513527</c:v>
                </c:pt>
                <c:pt idx="288">
                  <c:v>-0.221889</c:v>
                </c:pt>
                <c:pt idx="289">
                  <c:v>1.727307</c:v>
                </c:pt>
                <c:pt idx="290">
                  <c:v>1.429202</c:v>
                </c:pt>
                <c:pt idx="291">
                  <c:v>-0.069927</c:v>
                </c:pt>
                <c:pt idx="292">
                  <c:v>0.097212</c:v>
                </c:pt>
                <c:pt idx="293">
                  <c:v>-1.499968</c:v>
                </c:pt>
                <c:pt idx="294">
                  <c:v>0.074424</c:v>
                </c:pt>
                <c:pt idx="295">
                  <c:v>0.33248</c:v>
                </c:pt>
                <c:pt idx="296">
                  <c:v>0.111168</c:v>
                </c:pt>
                <c:pt idx="297">
                  <c:v>-0.436471</c:v>
                </c:pt>
                <c:pt idx="298">
                  <c:v>0.587023</c:v>
                </c:pt>
                <c:pt idx="299">
                  <c:v>1.070767</c:v>
                </c:pt>
                <c:pt idx="300">
                  <c:v>0.722609</c:v>
                </c:pt>
                <c:pt idx="301">
                  <c:v>-0.166095</c:v>
                </c:pt>
                <c:pt idx="302">
                  <c:v>0.640917</c:v>
                </c:pt>
                <c:pt idx="303">
                  <c:v>1.592894</c:v>
                </c:pt>
                <c:pt idx="304">
                  <c:v>1.004711</c:v>
                </c:pt>
                <c:pt idx="305">
                  <c:v>1.454565</c:v>
                </c:pt>
                <c:pt idx="306">
                  <c:v>2.308546</c:v>
                </c:pt>
                <c:pt idx="307">
                  <c:v>0.370015</c:v>
                </c:pt>
                <c:pt idx="308">
                  <c:v>1.184423</c:v>
                </c:pt>
                <c:pt idx="309">
                  <c:v>0.103341</c:v>
                </c:pt>
                <c:pt idx="310">
                  <c:v>0.126062</c:v>
                </c:pt>
                <c:pt idx="311">
                  <c:v>1.207648</c:v>
                </c:pt>
                <c:pt idx="312">
                  <c:v>0.347503</c:v>
                </c:pt>
                <c:pt idx="313">
                  <c:v>1.317695</c:v>
                </c:pt>
                <c:pt idx="314">
                  <c:v>1.48417</c:v>
                </c:pt>
                <c:pt idx="315">
                  <c:v>1.129096</c:v>
                </c:pt>
                <c:pt idx="316">
                  <c:v>0.925294</c:v>
                </c:pt>
                <c:pt idx="317">
                  <c:v>-0.033302</c:v>
                </c:pt>
                <c:pt idx="318">
                  <c:v>0.374045</c:v>
                </c:pt>
                <c:pt idx="319">
                  <c:v>-0.00139</c:v>
                </c:pt>
                <c:pt idx="320">
                  <c:v>-0.424352</c:v>
                </c:pt>
                <c:pt idx="321">
                  <c:v>0.828012</c:v>
                </c:pt>
                <c:pt idx="322">
                  <c:v>-1.937243</c:v>
                </c:pt>
                <c:pt idx="323">
                  <c:v>0.796591</c:v>
                </c:pt>
                <c:pt idx="324">
                  <c:v>-1.041048</c:v>
                </c:pt>
                <c:pt idx="325">
                  <c:v>0.394515</c:v>
                </c:pt>
                <c:pt idx="326">
                  <c:v>-0.338951</c:v>
                </c:pt>
                <c:pt idx="327">
                  <c:v>0.732334</c:v>
                </c:pt>
                <c:pt idx="328">
                  <c:v>0.265657</c:v>
                </c:pt>
                <c:pt idx="329">
                  <c:v>0.286838</c:v>
                </c:pt>
                <c:pt idx="330">
                  <c:v>0.595299</c:v>
                </c:pt>
                <c:pt idx="331">
                  <c:v>0.029097</c:v>
                </c:pt>
                <c:pt idx="332">
                  <c:v>-1.463733</c:v>
                </c:pt>
                <c:pt idx="333">
                  <c:v>0.876433</c:v>
                </c:pt>
                <c:pt idx="334">
                  <c:v>1.443916</c:v>
                </c:pt>
                <c:pt idx="335">
                  <c:v>0.065932</c:v>
                </c:pt>
                <c:pt idx="336">
                  <c:v>1.302369</c:v>
                </c:pt>
                <c:pt idx="337">
                  <c:v>0.209561</c:v>
                </c:pt>
                <c:pt idx="338">
                  <c:v>0.719628</c:v>
                </c:pt>
                <c:pt idx="339">
                  <c:v>1.189834</c:v>
                </c:pt>
                <c:pt idx="340">
                  <c:v>1.032801</c:v>
                </c:pt>
                <c:pt idx="341">
                  <c:v>0.73975</c:v>
                </c:pt>
                <c:pt idx="342">
                  <c:v>0.326265</c:v>
                </c:pt>
                <c:pt idx="343">
                  <c:v>0.280514</c:v>
                </c:pt>
                <c:pt idx="344">
                  <c:v>0.242634</c:v>
                </c:pt>
                <c:pt idx="345">
                  <c:v>0.091088</c:v>
                </c:pt>
                <c:pt idx="346">
                  <c:v>-0.192253</c:v>
                </c:pt>
                <c:pt idx="347">
                  <c:v>-0.326285</c:v>
                </c:pt>
                <c:pt idx="348">
                  <c:v>0.71235</c:v>
                </c:pt>
                <c:pt idx="349">
                  <c:v>0.178162</c:v>
                </c:pt>
                <c:pt idx="350">
                  <c:v>0.369798</c:v>
                </c:pt>
                <c:pt idx="351">
                  <c:v>0.366123</c:v>
                </c:pt>
                <c:pt idx="352">
                  <c:v>0.861392</c:v>
                </c:pt>
                <c:pt idx="353">
                  <c:v>0.529731</c:v>
                </c:pt>
                <c:pt idx="354">
                  <c:v>0.118593</c:v>
                </c:pt>
                <c:pt idx="355">
                  <c:v>0.965968</c:v>
                </c:pt>
                <c:pt idx="356">
                  <c:v>-0.013882</c:v>
                </c:pt>
                <c:pt idx="357">
                  <c:v>0.446076</c:v>
                </c:pt>
                <c:pt idx="358">
                  <c:v>0.807115</c:v>
                </c:pt>
                <c:pt idx="359">
                  <c:v>0.311883</c:v>
                </c:pt>
                <c:pt idx="360">
                  <c:v>0.360398</c:v>
                </c:pt>
                <c:pt idx="361">
                  <c:v>0.616743</c:v>
                </c:pt>
                <c:pt idx="362">
                  <c:v>-0.055631</c:v>
                </c:pt>
                <c:pt idx="363">
                  <c:v>0.09693</c:v>
                </c:pt>
                <c:pt idx="364">
                  <c:v>0.061864</c:v>
                </c:pt>
                <c:pt idx="365">
                  <c:v>0.025497</c:v>
                </c:pt>
                <c:pt idx="366">
                  <c:v>0.548181</c:v>
                </c:pt>
                <c:pt idx="367">
                  <c:v>-0.050592</c:v>
                </c:pt>
                <c:pt idx="368">
                  <c:v>0.116469</c:v>
                </c:pt>
                <c:pt idx="369">
                  <c:v>1.157598</c:v>
                </c:pt>
                <c:pt idx="370">
                  <c:v>1.802251</c:v>
                </c:pt>
                <c:pt idx="371">
                  <c:v>0.199773</c:v>
                </c:pt>
                <c:pt idx="372">
                  <c:v>0.09289</c:v>
                </c:pt>
                <c:pt idx="373">
                  <c:v>-0.088212</c:v>
                </c:pt>
                <c:pt idx="374">
                  <c:v>0.233181</c:v>
                </c:pt>
                <c:pt idx="375">
                  <c:v>0.458247</c:v>
                </c:pt>
                <c:pt idx="376">
                  <c:v>0.181653</c:v>
                </c:pt>
                <c:pt idx="377">
                  <c:v>-0.09783</c:v>
                </c:pt>
                <c:pt idx="378">
                  <c:v>0.159996</c:v>
                </c:pt>
                <c:pt idx="379">
                  <c:v>1.531581</c:v>
                </c:pt>
                <c:pt idx="380">
                  <c:v>-0.36081</c:v>
                </c:pt>
                <c:pt idx="381">
                  <c:v>0.180916</c:v>
                </c:pt>
                <c:pt idx="382">
                  <c:v>-0.056767</c:v>
                </c:pt>
                <c:pt idx="383">
                  <c:v>0.770252</c:v>
                </c:pt>
                <c:pt idx="384">
                  <c:v>-0.104563</c:v>
                </c:pt>
                <c:pt idx="385">
                  <c:v>0.769333</c:v>
                </c:pt>
                <c:pt idx="386">
                  <c:v>0.439972</c:v>
                </c:pt>
                <c:pt idx="387">
                  <c:v>0.019316</c:v>
                </c:pt>
                <c:pt idx="388">
                  <c:v>-0.413999</c:v>
                </c:pt>
                <c:pt idx="389">
                  <c:v>0.729926</c:v>
                </c:pt>
                <c:pt idx="390">
                  <c:v>0.149433</c:v>
                </c:pt>
                <c:pt idx="391">
                  <c:v>0.322873</c:v>
                </c:pt>
                <c:pt idx="392">
                  <c:v>0.542665</c:v>
                </c:pt>
                <c:pt idx="393">
                  <c:v>0.572971</c:v>
                </c:pt>
                <c:pt idx="394">
                  <c:v>1.009453</c:v>
                </c:pt>
                <c:pt idx="395">
                  <c:v>0.099915</c:v>
                </c:pt>
                <c:pt idx="396">
                  <c:v>0.15535</c:v>
                </c:pt>
                <c:pt idx="397">
                  <c:v>0.079902</c:v>
                </c:pt>
                <c:pt idx="398">
                  <c:v>-0.018433</c:v>
                </c:pt>
                <c:pt idx="399">
                  <c:v>0.665273</c:v>
                </c:pt>
                <c:pt idx="400">
                  <c:v>0.102385</c:v>
                </c:pt>
                <c:pt idx="401">
                  <c:v>0.670968</c:v>
                </c:pt>
                <c:pt idx="402">
                  <c:v>-0.369209</c:v>
                </c:pt>
                <c:pt idx="403">
                  <c:v>-0.424051</c:v>
                </c:pt>
                <c:pt idx="404">
                  <c:v>0.623864</c:v>
                </c:pt>
                <c:pt idx="405">
                  <c:v>-0.102844</c:v>
                </c:pt>
                <c:pt idx="406">
                  <c:v>0.401649</c:v>
                </c:pt>
                <c:pt idx="407">
                  <c:v>1.097079</c:v>
                </c:pt>
                <c:pt idx="408">
                  <c:v>-0.297458</c:v>
                </c:pt>
                <c:pt idx="409">
                  <c:v>-0.082872</c:v>
                </c:pt>
                <c:pt idx="410">
                  <c:v>0.674698</c:v>
                </c:pt>
                <c:pt idx="411">
                  <c:v>1.514411</c:v>
                </c:pt>
                <c:pt idx="412">
                  <c:v>-0.067896</c:v>
                </c:pt>
                <c:pt idx="413">
                  <c:v>0.250764</c:v>
                </c:pt>
                <c:pt idx="414">
                  <c:v>-0.241309</c:v>
                </c:pt>
                <c:pt idx="415">
                  <c:v>0.364164</c:v>
                </c:pt>
                <c:pt idx="416">
                  <c:v>0.26911</c:v>
                </c:pt>
                <c:pt idx="417">
                  <c:v>-0.068549</c:v>
                </c:pt>
                <c:pt idx="418">
                  <c:v>-0.070397</c:v>
                </c:pt>
                <c:pt idx="419">
                  <c:v>0.017898</c:v>
                </c:pt>
                <c:pt idx="420">
                  <c:v>-0.549472</c:v>
                </c:pt>
                <c:pt idx="421">
                  <c:v>0.375564</c:v>
                </c:pt>
                <c:pt idx="422">
                  <c:v>0.381231</c:v>
                </c:pt>
                <c:pt idx="423">
                  <c:v>0.364442</c:v>
                </c:pt>
                <c:pt idx="424">
                  <c:v>-0.059004</c:v>
                </c:pt>
                <c:pt idx="425">
                  <c:v>0.286649</c:v>
                </c:pt>
                <c:pt idx="426">
                  <c:v>0.120983</c:v>
                </c:pt>
                <c:pt idx="427">
                  <c:v>0.438571</c:v>
                </c:pt>
                <c:pt idx="428">
                  <c:v>-1.592433</c:v>
                </c:pt>
                <c:pt idx="429">
                  <c:v>0.842291</c:v>
                </c:pt>
                <c:pt idx="430">
                  <c:v>-0.059494</c:v>
                </c:pt>
                <c:pt idx="431">
                  <c:v>0.27581</c:v>
                </c:pt>
                <c:pt idx="432">
                  <c:v>0.532754</c:v>
                </c:pt>
                <c:pt idx="433">
                  <c:v>0.145064</c:v>
                </c:pt>
                <c:pt idx="434">
                  <c:v>0.211306</c:v>
                </c:pt>
                <c:pt idx="435">
                  <c:v>-0.255217</c:v>
                </c:pt>
                <c:pt idx="436">
                  <c:v>1.404194</c:v>
                </c:pt>
                <c:pt idx="437">
                  <c:v>-0.326919</c:v>
                </c:pt>
                <c:pt idx="438">
                  <c:v>0.787336</c:v>
                </c:pt>
                <c:pt idx="439">
                  <c:v>0.542237</c:v>
                </c:pt>
                <c:pt idx="440">
                  <c:v>-0.012673</c:v>
                </c:pt>
                <c:pt idx="441">
                  <c:v>0.762096</c:v>
                </c:pt>
                <c:pt idx="442">
                  <c:v>0.386491</c:v>
                </c:pt>
                <c:pt idx="443">
                  <c:v>0.720741</c:v>
                </c:pt>
                <c:pt idx="444">
                  <c:v>-0.231856</c:v>
                </c:pt>
                <c:pt idx="445">
                  <c:v>-0.269827</c:v>
                </c:pt>
                <c:pt idx="446">
                  <c:v>0.985605</c:v>
                </c:pt>
                <c:pt idx="447">
                  <c:v>0.212165</c:v>
                </c:pt>
                <c:pt idx="448">
                  <c:v>0.362627</c:v>
                </c:pt>
                <c:pt idx="449">
                  <c:v>0.736436</c:v>
                </c:pt>
                <c:pt idx="450">
                  <c:v>-0.132935</c:v>
                </c:pt>
                <c:pt idx="451">
                  <c:v>0.628459</c:v>
                </c:pt>
                <c:pt idx="452">
                  <c:v>-0.188828</c:v>
                </c:pt>
                <c:pt idx="453">
                  <c:v>0.028174</c:v>
                </c:pt>
                <c:pt idx="454">
                  <c:v>0.508082</c:v>
                </c:pt>
                <c:pt idx="455">
                  <c:v>0.138672</c:v>
                </c:pt>
              </c:numCache>
            </c:numRef>
          </c:xVal>
          <c:yVal>
            <c:numRef>
              <c:f>Sheet1!$B$576:$B$1031</c:f>
              <c:numCache>
                <c:formatCode>General</c:formatCode>
                <c:ptCount val="456"/>
                <c:pt idx="0">
                  <c:v>3.941076368952278</c:v>
                </c:pt>
                <c:pt idx="1">
                  <c:v>4.160382275189066</c:v>
                </c:pt>
                <c:pt idx="2">
                  <c:v>3.7576139131288686</c:v>
                </c:pt>
                <c:pt idx="3">
                  <c:v>4.173184910672904</c:v>
                </c:pt>
                <c:pt idx="4">
                  <c:v>3.845832776359083</c:v>
                </c:pt>
                <c:pt idx="5">
                  <c:v>4.254139983547548</c:v>
                </c:pt>
                <c:pt idx="6">
                  <c:v>4.063831285839674</c:v>
                </c:pt>
                <c:pt idx="7">
                  <c:v>3.9914920434303363</c:v>
                </c:pt>
                <c:pt idx="8">
                  <c:v>4.1749770865838665</c:v>
                </c:pt>
                <c:pt idx="9">
                  <c:v>3.898620268305241</c:v>
                </c:pt>
                <c:pt idx="10">
                  <c:v>3.961926659730951</c:v>
                </c:pt>
                <c:pt idx="11">
                  <c:v>4.114536751086428</c:v>
                </c:pt>
                <c:pt idx="12">
                  <c:v>4.028669272397363</c:v>
                </c:pt>
                <c:pt idx="13">
                  <c:v>3.9681019914323756</c:v>
                </c:pt>
                <c:pt idx="14">
                  <c:v>3.93875242073315</c:v>
                </c:pt>
                <c:pt idx="15">
                  <c:v>4.0460187750978145</c:v>
                </c:pt>
                <c:pt idx="16">
                  <c:v>3.8820180915458185</c:v>
                </c:pt>
                <c:pt idx="17">
                  <c:v>3.9360864170236893</c:v>
                </c:pt>
                <c:pt idx="18">
                  <c:v>4.039875274911015</c:v>
                </c:pt>
                <c:pt idx="19">
                  <c:v>4.233068333380225</c:v>
                </c:pt>
                <c:pt idx="20">
                  <c:v>3.9837451009110207</c:v>
                </c:pt>
                <c:pt idx="21">
                  <c:v>4.231911725253203</c:v>
                </c:pt>
                <c:pt idx="22">
                  <c:v>4.092866830944969</c:v>
                </c:pt>
                <c:pt idx="23">
                  <c:v>3.9223919249806807</c:v>
                </c:pt>
                <c:pt idx="24">
                  <c:v>3.9256144738427543</c:v>
                </c:pt>
                <c:pt idx="25">
                  <c:v>4.068890931456639</c:v>
                </c:pt>
                <c:pt idx="26">
                  <c:v>4.0893003748713985</c:v>
                </c:pt>
                <c:pt idx="27">
                  <c:v>4.041024669593812</c:v>
                </c:pt>
                <c:pt idx="28">
                  <c:v>4.058690558440118</c:v>
                </c:pt>
                <c:pt idx="29">
                  <c:v>4.117542057316067</c:v>
                </c:pt>
                <c:pt idx="30">
                  <c:v>4.146513550538361</c:v>
                </c:pt>
                <c:pt idx="31">
                  <c:v>3.862263286221092</c:v>
                </c:pt>
                <c:pt idx="32">
                  <c:v>4.086128038271944</c:v>
                </c:pt>
                <c:pt idx="33">
                  <c:v>3.733598368365424</c:v>
                </c:pt>
                <c:pt idx="34">
                  <c:v>4.003397605129029</c:v>
                </c:pt>
                <c:pt idx="35">
                  <c:v>3.964807742574969</c:v>
                </c:pt>
                <c:pt idx="36">
                  <c:v>3.9929413862028835</c:v>
                </c:pt>
                <c:pt idx="37">
                  <c:v>4.060093634201073</c:v>
                </c:pt>
                <c:pt idx="38">
                  <c:v>4.263085298897223</c:v>
                </c:pt>
                <c:pt idx="39">
                  <c:v>4.114026646495944</c:v>
                </c:pt>
                <c:pt idx="40">
                  <c:v>4.060333551585624</c:v>
                </c:pt>
                <c:pt idx="41">
                  <c:v>3.926251754010662</c:v>
                </c:pt>
                <c:pt idx="42">
                  <c:v>3.9239961459014543</c:v>
                </c:pt>
                <c:pt idx="43">
                  <c:v>4.018460856669465</c:v>
                </c:pt>
                <c:pt idx="44">
                  <c:v>4.2328633118147465</c:v>
                </c:pt>
                <c:pt idx="45">
                  <c:v>3.9967635885123167</c:v>
                </c:pt>
                <c:pt idx="46">
                  <c:v>3.995491664883378</c:v>
                </c:pt>
                <c:pt idx="47">
                  <c:v>3.901969059620068</c:v>
                </c:pt>
                <c:pt idx="48">
                  <c:v>4.043349602542433</c:v>
                </c:pt>
                <c:pt idx="49">
                  <c:v>4.010143956436541</c:v>
                </c:pt>
                <c:pt idx="50">
                  <c:v>4.073626926819172</c:v>
                </c:pt>
                <c:pt idx="51">
                  <c:v>3.9670161523340903</c:v>
                </c:pt>
                <c:pt idx="52">
                  <c:v>3.948032242792284</c:v>
                </c:pt>
                <c:pt idx="53">
                  <c:v>3.8859115631476</c:v>
                </c:pt>
                <c:pt idx="54">
                  <c:v>4.050470557399981</c:v>
                </c:pt>
                <c:pt idx="55">
                  <c:v>4.098623305040075</c:v>
                </c:pt>
                <c:pt idx="56">
                  <c:v>3.9156366453344322</c:v>
                </c:pt>
                <c:pt idx="57">
                  <c:v>4.152896890190921</c:v>
                </c:pt>
                <c:pt idx="58">
                  <c:v>4.033420952953057</c:v>
                </c:pt>
                <c:pt idx="59">
                  <c:v>4.021715501754574</c:v>
                </c:pt>
                <c:pt idx="60">
                  <c:v>4.039832420617722</c:v>
                </c:pt>
                <c:pt idx="61">
                  <c:v>3.899669026144117</c:v>
                </c:pt>
                <c:pt idx="62">
                  <c:v>4.041798876003141</c:v>
                </c:pt>
                <c:pt idx="63">
                  <c:v>4.007949420764815</c:v>
                </c:pt>
                <c:pt idx="64">
                  <c:v>4.032126879851391</c:v>
                </c:pt>
                <c:pt idx="65">
                  <c:v>3.912374892889118</c:v>
                </c:pt>
                <c:pt idx="66">
                  <c:v>4.1427564552524645</c:v>
                </c:pt>
                <c:pt idx="67">
                  <c:v>3.8604584421750654</c:v>
                </c:pt>
                <c:pt idx="68">
                  <c:v>3.902106646786171</c:v>
                </c:pt>
                <c:pt idx="69">
                  <c:v>4.169644684981596</c:v>
                </c:pt>
                <c:pt idx="70">
                  <c:v>4.2480570765425805</c:v>
                </c:pt>
                <c:pt idx="71">
                  <c:v>3.9099867884097885</c:v>
                </c:pt>
                <c:pt idx="72">
                  <c:v>3.9105238517512073</c:v>
                </c:pt>
                <c:pt idx="73">
                  <c:v>3.9479876098957463</c:v>
                </c:pt>
                <c:pt idx="74">
                  <c:v>4.03783675661842</c:v>
                </c:pt>
                <c:pt idx="75">
                  <c:v>4.030450194876671</c:v>
                </c:pt>
                <c:pt idx="76">
                  <c:v>4.009070963972181</c:v>
                </c:pt>
                <c:pt idx="77">
                  <c:v>4.073548710025284</c:v>
                </c:pt>
                <c:pt idx="78">
                  <c:v>3.9971227534824734</c:v>
                </c:pt>
                <c:pt idx="79">
                  <c:v>3.85044522383654</c:v>
                </c:pt>
                <c:pt idx="80">
                  <c:v>3.862434002284855</c:v>
                </c:pt>
                <c:pt idx="81">
                  <c:v>4.014078294121612</c:v>
                </c:pt>
                <c:pt idx="82">
                  <c:v>4.053748202692861</c:v>
                </c:pt>
                <c:pt idx="83">
                  <c:v>4.0558995677510445</c:v>
                </c:pt>
                <c:pt idx="84">
                  <c:v>3.996891052159274</c:v>
                </c:pt>
                <c:pt idx="85">
                  <c:v>4.024493113562777</c:v>
                </c:pt>
                <c:pt idx="86">
                  <c:v>4.06462100886927</c:v>
                </c:pt>
                <c:pt idx="87">
                  <c:v>3.941916191768743</c:v>
                </c:pt>
                <c:pt idx="88">
                  <c:v>3.9198996013526917</c:v>
                </c:pt>
                <c:pt idx="89">
                  <c:v>3.8435280464884327</c:v>
                </c:pt>
                <c:pt idx="90">
                  <c:v>3.9092975329821518</c:v>
                </c:pt>
                <c:pt idx="91">
                  <c:v>3.68</c:v>
                </c:pt>
                <c:pt idx="92">
                  <c:v>3.826579479043135</c:v>
                </c:pt>
                <c:pt idx="93">
                  <c:v>3.952877181036824</c:v>
                </c:pt>
                <c:pt idx="94">
                  <c:v>4.0603634744727515</c:v>
                </c:pt>
                <c:pt idx="95">
                  <c:v>4.016444455229642</c:v>
                </c:pt>
                <c:pt idx="96">
                  <c:v>4.0496136255086075</c:v>
                </c:pt>
                <c:pt idx="97">
                  <c:v>3.9748564992031565</c:v>
                </c:pt>
                <c:pt idx="98">
                  <c:v>3.927859622854557</c:v>
                </c:pt>
                <c:pt idx="99">
                  <c:v>3.859520625733998</c:v>
                </c:pt>
                <c:pt idx="100">
                  <c:v>3.9924936046413424</c:v>
                </c:pt>
                <c:pt idx="101">
                  <c:v>3.88670356734015</c:v>
                </c:pt>
                <c:pt idx="102">
                  <c:v>3.859399680384272</c:v>
                </c:pt>
                <c:pt idx="103">
                  <c:v>4.056999991502876</c:v>
                </c:pt>
                <c:pt idx="104">
                  <c:v>4.092438190880334</c:v>
                </c:pt>
                <c:pt idx="105">
                  <c:v>3.8912230886620622</c:v>
                </c:pt>
                <c:pt idx="106">
                  <c:v>4.168358829966944</c:v>
                </c:pt>
                <c:pt idx="107">
                  <c:v>4.135806249920351</c:v>
                </c:pt>
                <c:pt idx="108">
                  <c:v>3.997750541656715</c:v>
                </c:pt>
                <c:pt idx="109">
                  <c:v>4.024728316239478</c:v>
                </c:pt>
                <c:pt idx="110">
                  <c:v>3.9248420056585496</c:v>
                </c:pt>
                <c:pt idx="111">
                  <c:v>4.058789837323749</c:v>
                </c:pt>
                <c:pt idx="112">
                  <c:v>3.8814512383754773</c:v>
                </c:pt>
                <c:pt idx="113">
                  <c:v>3.777930722028742</c:v>
                </c:pt>
                <c:pt idx="114">
                  <c:v>2.815163295488587</c:v>
                </c:pt>
                <c:pt idx="115">
                  <c:v>3.0205242242776618</c:v>
                </c:pt>
                <c:pt idx="116">
                  <c:v>2.9500762485523015</c:v>
                </c:pt>
                <c:pt idx="117">
                  <c:v>3.0005205710847433</c:v>
                </c:pt>
                <c:pt idx="118">
                  <c:v>2.876358093287658</c:v>
                </c:pt>
                <c:pt idx="119">
                  <c:v>3.1166189420669905</c:v>
                </c:pt>
                <c:pt idx="120">
                  <c:v>3.220701579271343</c:v>
                </c:pt>
                <c:pt idx="121">
                  <c:v>2.7883372765528183</c:v>
                </c:pt>
                <c:pt idx="122">
                  <c:v>3.142084543492007</c:v>
                </c:pt>
                <c:pt idx="123">
                  <c:v>3.0418049489011882</c:v>
                </c:pt>
                <c:pt idx="124">
                  <c:v>3.0505514835192304</c:v>
                </c:pt>
                <c:pt idx="125">
                  <c:v>3.1488549326053286</c:v>
                </c:pt>
                <c:pt idx="126">
                  <c:v>2.9472206873183606</c:v>
                </c:pt>
                <c:pt idx="127">
                  <c:v>3.167114021864496</c:v>
                </c:pt>
                <c:pt idx="128">
                  <c:v>3.071512178046376</c:v>
                </c:pt>
                <c:pt idx="129">
                  <c:v>2.82117134748058</c:v>
                </c:pt>
                <c:pt idx="130">
                  <c:v>2.769640474488551</c:v>
                </c:pt>
                <c:pt idx="131">
                  <c:v>2.928211586245548</c:v>
                </c:pt>
                <c:pt idx="132">
                  <c:v>3.071915882227628</c:v>
                </c:pt>
                <c:pt idx="133">
                  <c:v>2.9138939623121036</c:v>
                </c:pt>
                <c:pt idx="134">
                  <c:v>3.1520244352654276</c:v>
                </c:pt>
                <c:pt idx="135">
                  <c:v>2.8664775698156264</c:v>
                </c:pt>
                <c:pt idx="136">
                  <c:v>2.965371958932162</c:v>
                </c:pt>
                <c:pt idx="137">
                  <c:v>2.9387703164249035</c:v>
                </c:pt>
                <c:pt idx="138">
                  <c:v>2.868841315348679</c:v>
                </c:pt>
                <c:pt idx="139">
                  <c:v>3.1280337893573766</c:v>
                </c:pt>
                <c:pt idx="140">
                  <c:v>2.849964565587805</c:v>
                </c:pt>
                <c:pt idx="141">
                  <c:v>3.0505865422915446</c:v>
                </c:pt>
                <c:pt idx="142">
                  <c:v>3.0294651479705346</c:v>
                </c:pt>
                <c:pt idx="143">
                  <c:v>2.9923688029921225</c:v>
                </c:pt>
                <c:pt idx="144">
                  <c:v>3.0483675878899463</c:v>
                </c:pt>
                <c:pt idx="145">
                  <c:v>2.9384907532006146</c:v>
                </c:pt>
                <c:pt idx="146">
                  <c:v>2.9397698156692385</c:v>
                </c:pt>
                <c:pt idx="147">
                  <c:v>3.013572067874387</c:v>
                </c:pt>
                <c:pt idx="148">
                  <c:v>2.9725212299498676</c:v>
                </c:pt>
                <c:pt idx="149">
                  <c:v>2.9425668608556523</c:v>
                </c:pt>
                <c:pt idx="150">
                  <c:v>3.031936561322755</c:v>
                </c:pt>
                <c:pt idx="151">
                  <c:v>3.066366617975633</c:v>
                </c:pt>
                <c:pt idx="152">
                  <c:v>2.868919949126027</c:v>
                </c:pt>
                <c:pt idx="153">
                  <c:v>2.88738677355478</c:v>
                </c:pt>
                <c:pt idx="154">
                  <c:v>3.080421066861371</c:v>
                </c:pt>
                <c:pt idx="155">
                  <c:v>2.9269799266899206</c:v>
                </c:pt>
                <c:pt idx="156">
                  <c:v>3.051138104966865</c:v>
                </c:pt>
                <c:pt idx="157">
                  <c:v>3.0481953780356386</c:v>
                </c:pt>
                <c:pt idx="158">
                  <c:v>3.012377261473218</c:v>
                </c:pt>
                <c:pt idx="159">
                  <c:v>2.9464247347063095</c:v>
                </c:pt>
                <c:pt idx="160">
                  <c:v>3.03828716712205</c:v>
                </c:pt>
                <c:pt idx="161">
                  <c:v>2.943821669529495</c:v>
                </c:pt>
                <c:pt idx="162">
                  <c:v>2.9831834593325195</c:v>
                </c:pt>
                <c:pt idx="163">
                  <c:v>2.8920947495862595</c:v>
                </c:pt>
                <c:pt idx="164">
                  <c:v>2.9620531461906334</c:v>
                </c:pt>
                <c:pt idx="165">
                  <c:v>3.0820282784722792</c:v>
                </c:pt>
                <c:pt idx="166">
                  <c:v>3.065260146583615</c:v>
                </c:pt>
                <c:pt idx="167">
                  <c:v>3.066053801854344</c:v>
                </c:pt>
                <c:pt idx="168">
                  <c:v>2.7790304890243593</c:v>
                </c:pt>
                <c:pt idx="169">
                  <c:v>3.0639757114690798</c:v>
                </c:pt>
                <c:pt idx="170">
                  <c:v>3.1570432367675676</c:v>
                </c:pt>
                <c:pt idx="171">
                  <c:v>2.8176645339859365</c:v>
                </c:pt>
                <c:pt idx="172">
                  <c:v>2.969709581448826</c:v>
                </c:pt>
                <c:pt idx="173">
                  <c:v>3.0666534568910953</c:v>
                </c:pt>
                <c:pt idx="174">
                  <c:v>3.1166515376081922</c:v>
                </c:pt>
                <c:pt idx="175">
                  <c:v>2.761435306478123</c:v>
                </c:pt>
                <c:pt idx="176">
                  <c:v>3.0602417049014186</c:v>
                </c:pt>
                <c:pt idx="177">
                  <c:v>3.032635249517881</c:v>
                </c:pt>
                <c:pt idx="178">
                  <c:v>2.7197732680181073</c:v>
                </c:pt>
                <c:pt idx="179">
                  <c:v>3.005691534245555</c:v>
                </c:pt>
                <c:pt idx="180">
                  <c:v>3.1405218201817737</c:v>
                </c:pt>
                <c:pt idx="181">
                  <c:v>3.122237769116017</c:v>
                </c:pt>
                <c:pt idx="182">
                  <c:v>2.9959598117912787</c:v>
                </c:pt>
                <c:pt idx="183">
                  <c:v>2.9430559504207485</c:v>
                </c:pt>
                <c:pt idx="184">
                  <c:v>2.8983894332317663</c:v>
                </c:pt>
                <c:pt idx="185">
                  <c:v>3.020531533431598</c:v>
                </c:pt>
                <c:pt idx="186">
                  <c:v>3.0548374703146925</c:v>
                </c:pt>
                <c:pt idx="187">
                  <c:v>2.884997589770753</c:v>
                </c:pt>
                <c:pt idx="188">
                  <c:v>2.9735726972939904</c:v>
                </c:pt>
                <c:pt idx="189">
                  <c:v>2.880421823858023</c:v>
                </c:pt>
                <c:pt idx="190">
                  <c:v>3.0491692547940743</c:v>
                </c:pt>
                <c:pt idx="191">
                  <c:v>2.8243891422978153</c:v>
                </c:pt>
                <c:pt idx="192">
                  <c:v>3.053537107961423</c:v>
                </c:pt>
                <c:pt idx="193">
                  <c:v>2.973672675296454</c:v>
                </c:pt>
                <c:pt idx="194">
                  <c:v>2.9447128650198424</c:v>
                </c:pt>
                <c:pt idx="195">
                  <c:v>2.948633748288814</c:v>
                </c:pt>
                <c:pt idx="196">
                  <c:v>3.232418079793158</c:v>
                </c:pt>
                <c:pt idx="197">
                  <c:v>3.0001814269791374</c:v>
                </c:pt>
                <c:pt idx="198">
                  <c:v>3.0682013095079235</c:v>
                </c:pt>
                <c:pt idx="199">
                  <c:v>3.2621994755278374</c:v>
                </c:pt>
                <c:pt idx="200">
                  <c:v>2.920709003141729</c:v>
                </c:pt>
                <c:pt idx="201">
                  <c:v>2.884880479285059</c:v>
                </c:pt>
                <c:pt idx="202">
                  <c:v>3.0759932867565993</c:v>
                </c:pt>
                <c:pt idx="203">
                  <c:v>2.984394347341698</c:v>
                </c:pt>
                <c:pt idx="204">
                  <c:v>2.9294034608128356</c:v>
                </c:pt>
                <c:pt idx="205">
                  <c:v>2.9126850971050993</c:v>
                </c:pt>
                <c:pt idx="206">
                  <c:v>2.8925318154649475</c:v>
                </c:pt>
                <c:pt idx="207">
                  <c:v>3.0110423823008965</c:v>
                </c:pt>
                <c:pt idx="208">
                  <c:v>2.931254671778637</c:v>
                </c:pt>
                <c:pt idx="209">
                  <c:v>3.057433584782493</c:v>
                </c:pt>
                <c:pt idx="210">
                  <c:v>2.88427305734377</c:v>
                </c:pt>
                <c:pt idx="211">
                  <c:v>2.837691801353091</c:v>
                </c:pt>
                <c:pt idx="212">
                  <c:v>2.9050842913011956</c:v>
                </c:pt>
                <c:pt idx="213">
                  <c:v>2.8835441778221576</c:v>
                </c:pt>
                <c:pt idx="214">
                  <c:v>3.0759864867455877</c:v>
                </c:pt>
                <c:pt idx="215">
                  <c:v>2.9635406440728187</c:v>
                </c:pt>
                <c:pt idx="216">
                  <c:v>3.035364609331245</c:v>
                </c:pt>
                <c:pt idx="217">
                  <c:v>3.200703586042385</c:v>
                </c:pt>
                <c:pt idx="218">
                  <c:v>3.1769888441519654</c:v>
                </c:pt>
                <c:pt idx="219">
                  <c:v>2.695786428286624</c:v>
                </c:pt>
                <c:pt idx="220">
                  <c:v>3.1785359828895112</c:v>
                </c:pt>
                <c:pt idx="221">
                  <c:v>2.9192116344101726</c:v>
                </c:pt>
                <c:pt idx="222">
                  <c:v>2.919469072685744</c:v>
                </c:pt>
                <c:pt idx="223">
                  <c:v>2.8217851111593073</c:v>
                </c:pt>
                <c:pt idx="224">
                  <c:v>3.0563530243651016</c:v>
                </c:pt>
                <c:pt idx="225">
                  <c:v>2.9008104913378543</c:v>
                </c:pt>
                <c:pt idx="226">
                  <c:v>2.8875988748580195</c:v>
                </c:pt>
                <c:pt idx="227">
                  <c:v>3.060532514366226</c:v>
                </c:pt>
                <c:pt idx="228">
                  <c:v>2.1413920111419364</c:v>
                </c:pt>
                <c:pt idx="229">
                  <c:v>1.9063066194871245</c:v>
                </c:pt>
                <c:pt idx="230">
                  <c:v>1.932289995570771</c:v>
                </c:pt>
                <c:pt idx="231">
                  <c:v>1.9876197539480318</c:v>
                </c:pt>
                <c:pt idx="232">
                  <c:v>1.9743222035332728</c:v>
                </c:pt>
                <c:pt idx="233">
                  <c:v>2.0667887119331265</c:v>
                </c:pt>
                <c:pt idx="234">
                  <c:v>2.051350304483309</c:v>
                </c:pt>
                <c:pt idx="235">
                  <c:v>1.952960679876839</c:v>
                </c:pt>
                <c:pt idx="236">
                  <c:v>2.093973689353733</c:v>
                </c:pt>
                <c:pt idx="237">
                  <c:v>2.0796969842295363</c:v>
                </c:pt>
                <c:pt idx="238">
                  <c:v>1.9907264703170016</c:v>
                </c:pt>
                <c:pt idx="239">
                  <c:v>1.8575597272735587</c:v>
                </c:pt>
                <c:pt idx="240">
                  <c:v>1.8626403264725098</c:v>
                </c:pt>
                <c:pt idx="241">
                  <c:v>2.080860677070364</c:v>
                </c:pt>
                <c:pt idx="242">
                  <c:v>2.04860888692824</c:v>
                </c:pt>
                <c:pt idx="243">
                  <c:v>1.9140214726092153</c:v>
                </c:pt>
                <c:pt idx="244">
                  <c:v>1.960884393522326</c:v>
                </c:pt>
                <c:pt idx="245">
                  <c:v>1.980798434134854</c:v>
                </c:pt>
                <c:pt idx="246">
                  <c:v>2.0947133693056808</c:v>
                </c:pt>
                <c:pt idx="247">
                  <c:v>2.100376774453126</c:v>
                </c:pt>
                <c:pt idx="248">
                  <c:v>1.9339911561783167</c:v>
                </c:pt>
                <c:pt idx="249">
                  <c:v>1.842650375845714</c:v>
                </c:pt>
                <c:pt idx="250">
                  <c:v>1.9608172600106684</c:v>
                </c:pt>
                <c:pt idx="251">
                  <c:v>2.0404390559848</c:v>
                </c:pt>
                <c:pt idx="252">
                  <c:v>2.1096253370191977</c:v>
                </c:pt>
                <c:pt idx="253">
                  <c:v>1.9827504880831177</c:v>
                </c:pt>
                <c:pt idx="254">
                  <c:v>2.074700024094507</c:v>
                </c:pt>
                <c:pt idx="255">
                  <c:v>2.1237338472503398</c:v>
                </c:pt>
                <c:pt idx="256">
                  <c:v>2.1100333397023125</c:v>
                </c:pt>
                <c:pt idx="257">
                  <c:v>2.0650577395490077</c:v>
                </c:pt>
                <c:pt idx="258">
                  <c:v>2.0534916344352863</c:v>
                </c:pt>
                <c:pt idx="259">
                  <c:v>2.220462862098294</c:v>
                </c:pt>
                <c:pt idx="260">
                  <c:v>1.9171958421795825</c:v>
                </c:pt>
                <c:pt idx="261">
                  <c:v>2.06349380824224</c:v>
                </c:pt>
                <c:pt idx="262">
                  <c:v>1.9949602767275303</c:v>
                </c:pt>
                <c:pt idx="263">
                  <c:v>1.772812207212322</c:v>
                </c:pt>
                <c:pt idx="264">
                  <c:v>1.9999142707340753</c:v>
                </c:pt>
                <c:pt idx="265">
                  <c:v>2.0780325021247803</c:v>
                </c:pt>
                <c:pt idx="266">
                  <c:v>1.9422389258209767</c:v>
                </c:pt>
                <c:pt idx="267">
                  <c:v>2.0504850654793016</c:v>
                </c:pt>
                <c:pt idx="268">
                  <c:v>2.104442917785517</c:v>
                </c:pt>
                <c:pt idx="269">
                  <c:v>1.9313519079101582</c:v>
                </c:pt>
                <c:pt idx="270">
                  <c:v>2.1021983397973814</c:v>
                </c:pt>
                <c:pt idx="271">
                  <c:v>1.9870640435816576</c:v>
                </c:pt>
                <c:pt idx="272">
                  <c:v>2.1142172539103767</c:v>
                </c:pt>
                <c:pt idx="273">
                  <c:v>2.0697864719384835</c:v>
                </c:pt>
                <c:pt idx="274">
                  <c:v>2.0695927817295434</c:v>
                </c:pt>
                <c:pt idx="275">
                  <c:v>2.0808934169483195</c:v>
                </c:pt>
                <c:pt idx="276">
                  <c:v>1.9377829245192468</c:v>
                </c:pt>
                <c:pt idx="277">
                  <c:v>2.1890872027350103</c:v>
                </c:pt>
                <c:pt idx="278">
                  <c:v>2.003120606796936</c:v>
                </c:pt>
                <c:pt idx="279">
                  <c:v>2.23650260704275</c:v>
                </c:pt>
                <c:pt idx="280">
                  <c:v>2.1252222408603325</c:v>
                </c:pt>
                <c:pt idx="281">
                  <c:v>2.007573880652914</c:v>
                </c:pt>
                <c:pt idx="282">
                  <c:v>2.114159611392649</c:v>
                </c:pt>
                <c:pt idx="283">
                  <c:v>2.0944328753315045</c:v>
                </c:pt>
                <c:pt idx="284">
                  <c:v>2.0935027975474774</c:v>
                </c:pt>
                <c:pt idx="285">
                  <c:v>1.9237260249080734</c:v>
                </c:pt>
                <c:pt idx="286">
                  <c:v>2.1989595644070334</c:v>
                </c:pt>
                <c:pt idx="287">
                  <c:v>2.1197331042582146</c:v>
                </c:pt>
                <c:pt idx="288">
                  <c:v>1.9335678342592526</c:v>
                </c:pt>
                <c:pt idx="289">
                  <c:v>2.048194433802923</c:v>
                </c:pt>
                <c:pt idx="290">
                  <c:v>1.8536422287521606</c:v>
                </c:pt>
                <c:pt idx="291">
                  <c:v>2.0957131978815617</c:v>
                </c:pt>
                <c:pt idx="292">
                  <c:v>1.9964328249165553</c:v>
                </c:pt>
                <c:pt idx="293">
                  <c:v>1.8856988062842994</c:v>
                </c:pt>
                <c:pt idx="294">
                  <c:v>1.903614362448156</c:v>
                </c:pt>
                <c:pt idx="295">
                  <c:v>1.9869850199126877</c:v>
                </c:pt>
                <c:pt idx="296">
                  <c:v>1.8765207373781412</c:v>
                </c:pt>
                <c:pt idx="297">
                  <c:v>1.9083014295493856</c:v>
                </c:pt>
                <c:pt idx="298">
                  <c:v>1.98508207062429</c:v>
                </c:pt>
                <c:pt idx="299">
                  <c:v>1.8265786890505828</c:v>
                </c:pt>
                <c:pt idx="300">
                  <c:v>1.8389396066570491</c:v>
                </c:pt>
                <c:pt idx="301">
                  <c:v>2.2909857404576077</c:v>
                </c:pt>
                <c:pt idx="302">
                  <c:v>1.9041204730171974</c:v>
                </c:pt>
                <c:pt idx="303">
                  <c:v>2.01564421228299</c:v>
                </c:pt>
                <c:pt idx="304">
                  <c:v>2.037044277116673</c:v>
                </c:pt>
                <c:pt idx="305">
                  <c:v>2.0935557762433086</c:v>
                </c:pt>
                <c:pt idx="306">
                  <c:v>2.0584121941168894</c:v>
                </c:pt>
                <c:pt idx="307">
                  <c:v>1.9111348826361234</c:v>
                </c:pt>
                <c:pt idx="308">
                  <c:v>1.8060120537711617</c:v>
                </c:pt>
                <c:pt idx="309">
                  <c:v>2.023548354870803</c:v>
                </c:pt>
                <c:pt idx="310">
                  <c:v>2.1156711264138797</c:v>
                </c:pt>
                <c:pt idx="311">
                  <c:v>2.1158026886846355</c:v>
                </c:pt>
                <c:pt idx="312">
                  <c:v>2.0708119164991663</c:v>
                </c:pt>
                <c:pt idx="313">
                  <c:v>1.996794465385417</c:v>
                </c:pt>
                <c:pt idx="314">
                  <c:v>2.0681586517291657</c:v>
                </c:pt>
                <c:pt idx="315">
                  <c:v>2.0874209497537897</c:v>
                </c:pt>
                <c:pt idx="316">
                  <c:v>1.95207810865316</c:v>
                </c:pt>
                <c:pt idx="317">
                  <c:v>1.988303335422569</c:v>
                </c:pt>
                <c:pt idx="318">
                  <c:v>1.8887679745218882</c:v>
                </c:pt>
                <c:pt idx="319">
                  <c:v>1.7805097993759778</c:v>
                </c:pt>
                <c:pt idx="320">
                  <c:v>1.9869394911133205</c:v>
                </c:pt>
                <c:pt idx="321">
                  <c:v>1.7316202080675631</c:v>
                </c:pt>
                <c:pt idx="322">
                  <c:v>2.0685604824836665</c:v>
                </c:pt>
                <c:pt idx="323">
                  <c:v>1.8265329404578348</c:v>
                </c:pt>
                <c:pt idx="324">
                  <c:v>2.0298669430092584</c:v>
                </c:pt>
                <c:pt idx="325">
                  <c:v>1.9969360490348755</c:v>
                </c:pt>
                <c:pt idx="326">
                  <c:v>2.0851584577971134</c:v>
                </c:pt>
                <c:pt idx="327">
                  <c:v>1.9506204341875446</c:v>
                </c:pt>
                <c:pt idx="328">
                  <c:v>2.2273032868638527</c:v>
                </c:pt>
                <c:pt idx="329">
                  <c:v>2.022413811176388</c:v>
                </c:pt>
                <c:pt idx="330">
                  <c:v>2.0439014514449325</c:v>
                </c:pt>
                <c:pt idx="331">
                  <c:v>2.0290177517852195</c:v>
                </c:pt>
                <c:pt idx="332">
                  <c:v>2.043670766428045</c:v>
                </c:pt>
                <c:pt idx="333">
                  <c:v>2.160463973642197</c:v>
                </c:pt>
                <c:pt idx="334">
                  <c:v>1.7101857100622426</c:v>
                </c:pt>
                <c:pt idx="335">
                  <c:v>1.920409504154243</c:v>
                </c:pt>
                <c:pt idx="336">
                  <c:v>2.2158129271177582</c:v>
                </c:pt>
                <c:pt idx="337">
                  <c:v>1.8748758616374377</c:v>
                </c:pt>
                <c:pt idx="338">
                  <c:v>1.932349328384767</c:v>
                </c:pt>
                <c:pt idx="339">
                  <c:v>1.9652903957088534</c:v>
                </c:pt>
                <c:pt idx="340">
                  <c:v>2.1163508604080303</c:v>
                </c:pt>
                <c:pt idx="341">
                  <c:v>2.0175829913387906</c:v>
                </c:pt>
                <c:pt idx="342">
                  <c:v>1.1764502952934122</c:v>
                </c:pt>
                <c:pt idx="343">
                  <c:v>0.9037481388851559</c:v>
                </c:pt>
                <c:pt idx="344">
                  <c:v>0.9384224255836577</c:v>
                </c:pt>
                <c:pt idx="345">
                  <c:v>1.0360388632252908</c:v>
                </c:pt>
                <c:pt idx="346">
                  <c:v>1.1468895465414117</c:v>
                </c:pt>
                <c:pt idx="347">
                  <c:v>1.0984325089971108</c:v>
                </c:pt>
                <c:pt idx="348">
                  <c:v>1.0229766191114953</c:v>
                </c:pt>
                <c:pt idx="349">
                  <c:v>1.148301545880489</c:v>
                </c:pt>
                <c:pt idx="350">
                  <c:v>0.9397774039037727</c:v>
                </c:pt>
                <c:pt idx="351">
                  <c:v>0.9098650510500538</c:v>
                </c:pt>
                <c:pt idx="352">
                  <c:v>1.1507025696449975</c:v>
                </c:pt>
                <c:pt idx="353">
                  <c:v>0.9909897445445179</c:v>
                </c:pt>
                <c:pt idx="354">
                  <c:v>1.0221980380009121</c:v>
                </c:pt>
                <c:pt idx="355">
                  <c:v>0.9280503087399194</c:v>
                </c:pt>
                <c:pt idx="356">
                  <c:v>1.0461851330924254</c:v>
                </c:pt>
                <c:pt idx="357">
                  <c:v>1.1074480190518634</c:v>
                </c:pt>
                <c:pt idx="358">
                  <c:v>0.7765457972873265</c:v>
                </c:pt>
                <c:pt idx="359">
                  <c:v>1.0832518056345402</c:v>
                </c:pt>
                <c:pt idx="360">
                  <c:v>1.2094325902441867</c:v>
                </c:pt>
                <c:pt idx="361">
                  <c:v>0.8799471970654844</c:v>
                </c:pt>
                <c:pt idx="362">
                  <c:v>1.0897921234639598</c:v>
                </c:pt>
                <c:pt idx="363">
                  <c:v>0.9710492345815718</c:v>
                </c:pt>
                <c:pt idx="364">
                  <c:v>1.0605637704272086</c:v>
                </c:pt>
                <c:pt idx="365">
                  <c:v>0.9809392321052021</c:v>
                </c:pt>
                <c:pt idx="366">
                  <c:v>0.9739342963472283</c:v>
                </c:pt>
                <c:pt idx="367">
                  <c:v>1.134265955456122</c:v>
                </c:pt>
                <c:pt idx="368">
                  <c:v>0.954911214749643</c:v>
                </c:pt>
                <c:pt idx="369">
                  <c:v>1.1614351911404808</c:v>
                </c:pt>
                <c:pt idx="370">
                  <c:v>0.8093532997119567</c:v>
                </c:pt>
                <c:pt idx="371">
                  <c:v>1.037927354674085</c:v>
                </c:pt>
                <c:pt idx="372">
                  <c:v>0.9987663974764334</c:v>
                </c:pt>
                <c:pt idx="373">
                  <c:v>1.065445830392813</c:v>
                </c:pt>
                <c:pt idx="374">
                  <c:v>1.02307699034806</c:v>
                </c:pt>
                <c:pt idx="375">
                  <c:v>1.2044265475693805</c:v>
                </c:pt>
                <c:pt idx="376">
                  <c:v>1.0342874626567855</c:v>
                </c:pt>
                <c:pt idx="377">
                  <c:v>1.1240704561746966</c:v>
                </c:pt>
                <c:pt idx="378">
                  <c:v>0.8531470638818961</c:v>
                </c:pt>
                <c:pt idx="379">
                  <c:v>1.0969814004994511</c:v>
                </c:pt>
                <c:pt idx="380">
                  <c:v>0.869284828076898</c:v>
                </c:pt>
                <c:pt idx="381">
                  <c:v>0.8723113631865875</c:v>
                </c:pt>
                <c:pt idx="382">
                  <c:v>1.0284896760168825</c:v>
                </c:pt>
                <c:pt idx="383">
                  <c:v>1.1845822916135353</c:v>
                </c:pt>
                <c:pt idx="384">
                  <c:v>1.1484144589156957</c:v>
                </c:pt>
                <c:pt idx="385">
                  <c:v>1.0248100596758858</c:v>
                </c:pt>
                <c:pt idx="386">
                  <c:v>0.7751600672770056</c:v>
                </c:pt>
                <c:pt idx="387">
                  <c:v>1.1258046690415437</c:v>
                </c:pt>
                <c:pt idx="388">
                  <c:v>1.2552162301783456</c:v>
                </c:pt>
                <c:pt idx="389">
                  <c:v>0.9742989544122844</c:v>
                </c:pt>
                <c:pt idx="390">
                  <c:v>0.9899950002791945</c:v>
                </c:pt>
                <c:pt idx="391">
                  <c:v>0.9990069201865159</c:v>
                </c:pt>
                <c:pt idx="392">
                  <c:v>1.268817866477558</c:v>
                </c:pt>
                <c:pt idx="393">
                  <c:v>1.0300623686128358</c:v>
                </c:pt>
                <c:pt idx="394">
                  <c:v>0.9270632280284998</c:v>
                </c:pt>
                <c:pt idx="395">
                  <c:v>1.1053219666677792</c:v>
                </c:pt>
                <c:pt idx="396">
                  <c:v>0.9442904781047857</c:v>
                </c:pt>
                <c:pt idx="397">
                  <c:v>1.1660610972392658</c:v>
                </c:pt>
                <c:pt idx="398">
                  <c:v>0.7886203038506858</c:v>
                </c:pt>
                <c:pt idx="399">
                  <c:v>0.9292766180748621</c:v>
                </c:pt>
                <c:pt idx="400">
                  <c:v>1.110003461136016</c:v>
                </c:pt>
                <c:pt idx="401">
                  <c:v>1.0120644789545448</c:v>
                </c:pt>
                <c:pt idx="402">
                  <c:v>0.9967978317197506</c:v>
                </c:pt>
                <c:pt idx="403">
                  <c:v>1.0459130343476284</c:v>
                </c:pt>
                <c:pt idx="404">
                  <c:v>0.9684543540329245</c:v>
                </c:pt>
                <c:pt idx="405">
                  <c:v>1.1101732949985572</c:v>
                </c:pt>
                <c:pt idx="406">
                  <c:v>0.8426369393833206</c:v>
                </c:pt>
                <c:pt idx="407">
                  <c:v>0.95485859312542</c:v>
                </c:pt>
                <c:pt idx="408">
                  <c:v>1.1571486462473979</c:v>
                </c:pt>
                <c:pt idx="409">
                  <c:v>1.0616157833252406</c:v>
                </c:pt>
                <c:pt idx="410">
                  <c:v>1.0972306442438293</c:v>
                </c:pt>
                <c:pt idx="411">
                  <c:v>1.0528918975065509</c:v>
                </c:pt>
                <c:pt idx="412">
                  <c:v>0.8844916902692997</c:v>
                </c:pt>
                <c:pt idx="413">
                  <c:v>1.0999650669532073</c:v>
                </c:pt>
                <c:pt idx="414">
                  <c:v>0.8447791365179267</c:v>
                </c:pt>
                <c:pt idx="415">
                  <c:v>1.0328693138994973</c:v>
                </c:pt>
                <c:pt idx="416">
                  <c:v>0.8881507706917705</c:v>
                </c:pt>
                <c:pt idx="417">
                  <c:v>0.6799999999999999</c:v>
                </c:pt>
                <c:pt idx="418">
                  <c:v>0.913336929088776</c:v>
                </c:pt>
                <c:pt idx="419">
                  <c:v>1.0363263783209953</c:v>
                </c:pt>
                <c:pt idx="420">
                  <c:v>0.9725114112022927</c:v>
                </c:pt>
                <c:pt idx="421">
                  <c:v>0.9123181240363452</c:v>
                </c:pt>
                <c:pt idx="422">
                  <c:v>0.9506805326472556</c:v>
                </c:pt>
                <c:pt idx="423">
                  <c:v>1.0416043990845585</c:v>
                </c:pt>
                <c:pt idx="424">
                  <c:v>0.9666904015930909</c:v>
                </c:pt>
                <c:pt idx="425">
                  <c:v>1.1552781777065528</c:v>
                </c:pt>
                <c:pt idx="426">
                  <c:v>1.0226346507863455</c:v>
                </c:pt>
                <c:pt idx="427">
                  <c:v>0.8355627567012706</c:v>
                </c:pt>
                <c:pt idx="428">
                  <c:v>0.8793408773525225</c:v>
                </c:pt>
                <c:pt idx="429">
                  <c:v>0.9682466228306738</c:v>
                </c:pt>
                <c:pt idx="430">
                  <c:v>0.9744275490604454</c:v>
                </c:pt>
                <c:pt idx="431">
                  <c:v>1.1455892563484458</c:v>
                </c:pt>
                <c:pt idx="432">
                  <c:v>1.0048430272642548</c:v>
                </c:pt>
                <c:pt idx="433">
                  <c:v>1.1200215001265723</c:v>
                </c:pt>
                <c:pt idx="434">
                  <c:v>1.076946322907696</c:v>
                </c:pt>
                <c:pt idx="435">
                  <c:v>0.9991500875977055</c:v>
                </c:pt>
                <c:pt idx="436">
                  <c:v>1.1059295628410153</c:v>
                </c:pt>
                <c:pt idx="437">
                  <c:v>0.918774559141514</c:v>
                </c:pt>
                <c:pt idx="438">
                  <c:v>0.8590450912981178</c:v>
                </c:pt>
                <c:pt idx="439">
                  <c:v>1.0612718718391363</c:v>
                </c:pt>
                <c:pt idx="440">
                  <c:v>0.9770985194380462</c:v>
                </c:pt>
                <c:pt idx="441">
                  <c:v>0.9925326941202649</c:v>
                </c:pt>
                <c:pt idx="442">
                  <c:v>1.0136676146361419</c:v>
                </c:pt>
                <c:pt idx="443">
                  <c:v>0.9798631743877532</c:v>
                </c:pt>
                <c:pt idx="444">
                  <c:v>0.8826581821517064</c:v>
                </c:pt>
                <c:pt idx="445">
                  <c:v>1.0709721970383885</c:v>
                </c:pt>
                <c:pt idx="446">
                  <c:v>1.0199750265646574</c:v>
                </c:pt>
                <c:pt idx="447">
                  <c:v>0.9773917218326991</c:v>
                </c:pt>
                <c:pt idx="448">
                  <c:v>0.9137986811042131</c:v>
                </c:pt>
                <c:pt idx="449">
                  <c:v>0.9610533902275468</c:v>
                </c:pt>
                <c:pt idx="450">
                  <c:v>1.262871064368935</c:v>
                </c:pt>
                <c:pt idx="451">
                  <c:v>0.8411134314313171</c:v>
                </c:pt>
                <c:pt idx="452">
                  <c:v>0.8731572500680715</c:v>
                </c:pt>
                <c:pt idx="453">
                  <c:v>1.1378810907868824</c:v>
                </c:pt>
                <c:pt idx="454">
                  <c:v>0.9435532033238608</c:v>
                </c:pt>
                <c:pt idx="455">
                  <c:v>1.0736866057521348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Sheet1!$B$1033</c:f>
              <c:strCache>
                <c:ptCount val="1"/>
                <c:pt idx="0">
                  <c:v>10–12 masts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5"/>
            <c:spPr>
              <a:solidFill>
                <a:srgbClr val="FDC627"/>
              </a:solidFill>
              <a:ln>
                <a:noFill/>
              </a:ln>
            </c:spPr>
          </c:marker>
          <c:xVal>
            <c:numRef>
              <c:f>Sheet1!$A$1034:$A$1605</c:f>
              <c:numCache>
                <c:formatCode>General</c:formatCode>
                <c:ptCount val="572"/>
                <c:pt idx="0">
                  <c:v>3.106799</c:v>
                </c:pt>
                <c:pt idx="1">
                  <c:v>1.562073</c:v>
                </c:pt>
                <c:pt idx="2">
                  <c:v>2.07309</c:v>
                </c:pt>
                <c:pt idx="3">
                  <c:v>1.47875</c:v>
                </c:pt>
                <c:pt idx="4">
                  <c:v>1.034258</c:v>
                </c:pt>
                <c:pt idx="5">
                  <c:v>1.520211</c:v>
                </c:pt>
                <c:pt idx="6">
                  <c:v>4.612332</c:v>
                </c:pt>
                <c:pt idx="7">
                  <c:v>0.153661</c:v>
                </c:pt>
                <c:pt idx="8">
                  <c:v>0.198397</c:v>
                </c:pt>
                <c:pt idx="9">
                  <c:v>-0.00973</c:v>
                </c:pt>
                <c:pt idx="10">
                  <c:v>2.252368</c:v>
                </c:pt>
                <c:pt idx="11">
                  <c:v>3.934598</c:v>
                </c:pt>
                <c:pt idx="12">
                  <c:v>2.117514</c:v>
                </c:pt>
                <c:pt idx="13">
                  <c:v>2.394668</c:v>
                </c:pt>
                <c:pt idx="14">
                  <c:v>-0.22569</c:v>
                </c:pt>
                <c:pt idx="15">
                  <c:v>6.14152</c:v>
                </c:pt>
                <c:pt idx="16">
                  <c:v>3.471632</c:v>
                </c:pt>
                <c:pt idx="17">
                  <c:v>2.393889</c:v>
                </c:pt>
                <c:pt idx="18">
                  <c:v>1.854761</c:v>
                </c:pt>
                <c:pt idx="19">
                  <c:v>5.039286</c:v>
                </c:pt>
                <c:pt idx="20">
                  <c:v>-0.011245</c:v>
                </c:pt>
                <c:pt idx="21">
                  <c:v>0.954976</c:v>
                </c:pt>
                <c:pt idx="22">
                  <c:v>1.524186</c:v>
                </c:pt>
                <c:pt idx="23">
                  <c:v>2.25714</c:v>
                </c:pt>
                <c:pt idx="24">
                  <c:v>-0.07133</c:v>
                </c:pt>
                <c:pt idx="25">
                  <c:v>1.449314</c:v>
                </c:pt>
                <c:pt idx="26">
                  <c:v>1.171045</c:v>
                </c:pt>
                <c:pt idx="27">
                  <c:v>2.039693</c:v>
                </c:pt>
                <c:pt idx="28">
                  <c:v>2.501102</c:v>
                </c:pt>
                <c:pt idx="29">
                  <c:v>1.795058</c:v>
                </c:pt>
                <c:pt idx="30">
                  <c:v>-0.06139</c:v>
                </c:pt>
                <c:pt idx="31">
                  <c:v>0.518991</c:v>
                </c:pt>
                <c:pt idx="32">
                  <c:v>0.08965</c:v>
                </c:pt>
                <c:pt idx="33">
                  <c:v>2.978269</c:v>
                </c:pt>
                <c:pt idx="34">
                  <c:v>-0.047445</c:v>
                </c:pt>
                <c:pt idx="35">
                  <c:v>-0.153059</c:v>
                </c:pt>
                <c:pt idx="36">
                  <c:v>-0.01802</c:v>
                </c:pt>
                <c:pt idx="37">
                  <c:v>1.685219</c:v>
                </c:pt>
                <c:pt idx="38">
                  <c:v>2.957007</c:v>
                </c:pt>
                <c:pt idx="39">
                  <c:v>2.173005</c:v>
                </c:pt>
                <c:pt idx="40">
                  <c:v>5.278043</c:v>
                </c:pt>
                <c:pt idx="41">
                  <c:v>1.979231</c:v>
                </c:pt>
                <c:pt idx="42">
                  <c:v>2.038475</c:v>
                </c:pt>
                <c:pt idx="43">
                  <c:v>1.886311</c:v>
                </c:pt>
                <c:pt idx="44">
                  <c:v>1.224878</c:v>
                </c:pt>
                <c:pt idx="45">
                  <c:v>1.506451</c:v>
                </c:pt>
                <c:pt idx="46">
                  <c:v>1.907587</c:v>
                </c:pt>
                <c:pt idx="47">
                  <c:v>1.437994</c:v>
                </c:pt>
                <c:pt idx="48">
                  <c:v>0.032961</c:v>
                </c:pt>
                <c:pt idx="49">
                  <c:v>2.244475</c:v>
                </c:pt>
                <c:pt idx="50">
                  <c:v>1.460596</c:v>
                </c:pt>
                <c:pt idx="51">
                  <c:v>-0.470302</c:v>
                </c:pt>
                <c:pt idx="52">
                  <c:v>1.766957</c:v>
                </c:pt>
                <c:pt idx="53">
                  <c:v>2.872329</c:v>
                </c:pt>
                <c:pt idx="54">
                  <c:v>3.041907</c:v>
                </c:pt>
                <c:pt idx="55">
                  <c:v>1.295718</c:v>
                </c:pt>
                <c:pt idx="56">
                  <c:v>2.67805</c:v>
                </c:pt>
                <c:pt idx="57">
                  <c:v>0.330692</c:v>
                </c:pt>
                <c:pt idx="58">
                  <c:v>4.172073</c:v>
                </c:pt>
                <c:pt idx="59">
                  <c:v>1.191999</c:v>
                </c:pt>
                <c:pt idx="60">
                  <c:v>-0.069946</c:v>
                </c:pt>
                <c:pt idx="61">
                  <c:v>1.472968</c:v>
                </c:pt>
                <c:pt idx="62">
                  <c:v>6.066086</c:v>
                </c:pt>
                <c:pt idx="63">
                  <c:v>2.330664</c:v>
                </c:pt>
                <c:pt idx="64">
                  <c:v>1.317384</c:v>
                </c:pt>
                <c:pt idx="65">
                  <c:v>1.944281</c:v>
                </c:pt>
                <c:pt idx="66">
                  <c:v>1.063307</c:v>
                </c:pt>
                <c:pt idx="67">
                  <c:v>3.381232</c:v>
                </c:pt>
                <c:pt idx="68">
                  <c:v>0.044107</c:v>
                </c:pt>
                <c:pt idx="69">
                  <c:v>4.395254</c:v>
                </c:pt>
                <c:pt idx="70">
                  <c:v>0.509401</c:v>
                </c:pt>
                <c:pt idx="71">
                  <c:v>5.350878</c:v>
                </c:pt>
                <c:pt idx="72">
                  <c:v>-0.001275</c:v>
                </c:pt>
                <c:pt idx="73">
                  <c:v>1.694403</c:v>
                </c:pt>
                <c:pt idx="74">
                  <c:v>2.460522</c:v>
                </c:pt>
                <c:pt idx="75">
                  <c:v>-0.046295</c:v>
                </c:pt>
                <c:pt idx="76">
                  <c:v>1.710157</c:v>
                </c:pt>
                <c:pt idx="77">
                  <c:v>4.724466</c:v>
                </c:pt>
                <c:pt idx="78">
                  <c:v>0.948665</c:v>
                </c:pt>
                <c:pt idx="79">
                  <c:v>-0.282046</c:v>
                </c:pt>
                <c:pt idx="80">
                  <c:v>1.815117</c:v>
                </c:pt>
                <c:pt idx="81">
                  <c:v>2.040136</c:v>
                </c:pt>
                <c:pt idx="82">
                  <c:v>0.600137</c:v>
                </c:pt>
                <c:pt idx="83">
                  <c:v>3.862486</c:v>
                </c:pt>
                <c:pt idx="84">
                  <c:v>3.123937</c:v>
                </c:pt>
                <c:pt idx="85">
                  <c:v>6.205131</c:v>
                </c:pt>
                <c:pt idx="86">
                  <c:v>-0.000974</c:v>
                </c:pt>
                <c:pt idx="87">
                  <c:v>1.117247</c:v>
                </c:pt>
                <c:pt idx="88">
                  <c:v>1.350098</c:v>
                </c:pt>
                <c:pt idx="89">
                  <c:v>1.907068</c:v>
                </c:pt>
                <c:pt idx="90">
                  <c:v>1.189674</c:v>
                </c:pt>
                <c:pt idx="91">
                  <c:v>1.135741</c:v>
                </c:pt>
                <c:pt idx="92">
                  <c:v>1.817165</c:v>
                </c:pt>
                <c:pt idx="93">
                  <c:v>0.887303</c:v>
                </c:pt>
                <c:pt idx="94">
                  <c:v>0.994</c:v>
                </c:pt>
                <c:pt idx="95">
                  <c:v>-0.039458</c:v>
                </c:pt>
                <c:pt idx="96">
                  <c:v>1.894401</c:v>
                </c:pt>
                <c:pt idx="97">
                  <c:v>-0.119768</c:v>
                </c:pt>
                <c:pt idx="98">
                  <c:v>0.664898</c:v>
                </c:pt>
                <c:pt idx="99">
                  <c:v>-0.045256</c:v>
                </c:pt>
                <c:pt idx="100">
                  <c:v>-0.040513</c:v>
                </c:pt>
                <c:pt idx="101">
                  <c:v>0.57754</c:v>
                </c:pt>
                <c:pt idx="102">
                  <c:v>1.023765</c:v>
                </c:pt>
                <c:pt idx="103">
                  <c:v>2.283713</c:v>
                </c:pt>
                <c:pt idx="104">
                  <c:v>1.079002</c:v>
                </c:pt>
                <c:pt idx="105">
                  <c:v>2.683545</c:v>
                </c:pt>
                <c:pt idx="106">
                  <c:v>2.418304</c:v>
                </c:pt>
                <c:pt idx="107">
                  <c:v>1.20271</c:v>
                </c:pt>
                <c:pt idx="108">
                  <c:v>0.950683</c:v>
                </c:pt>
                <c:pt idx="109">
                  <c:v>3.887944</c:v>
                </c:pt>
                <c:pt idx="110">
                  <c:v>0.263714</c:v>
                </c:pt>
                <c:pt idx="111">
                  <c:v>3.744331</c:v>
                </c:pt>
                <c:pt idx="112">
                  <c:v>4.993936</c:v>
                </c:pt>
                <c:pt idx="113">
                  <c:v>1.829297</c:v>
                </c:pt>
                <c:pt idx="114">
                  <c:v>5.166749</c:v>
                </c:pt>
                <c:pt idx="115">
                  <c:v>3.220221</c:v>
                </c:pt>
                <c:pt idx="116">
                  <c:v>0.635166</c:v>
                </c:pt>
                <c:pt idx="117">
                  <c:v>-0.314713</c:v>
                </c:pt>
                <c:pt idx="118">
                  <c:v>2.285692</c:v>
                </c:pt>
                <c:pt idx="119">
                  <c:v>1.404959</c:v>
                </c:pt>
                <c:pt idx="120">
                  <c:v>4.0428</c:v>
                </c:pt>
                <c:pt idx="121">
                  <c:v>1.859968</c:v>
                </c:pt>
                <c:pt idx="122">
                  <c:v>-0.355718</c:v>
                </c:pt>
                <c:pt idx="123">
                  <c:v>2.736962</c:v>
                </c:pt>
                <c:pt idx="124">
                  <c:v>1.601928</c:v>
                </c:pt>
                <c:pt idx="125">
                  <c:v>4.598738</c:v>
                </c:pt>
                <c:pt idx="126">
                  <c:v>2.257132</c:v>
                </c:pt>
                <c:pt idx="127">
                  <c:v>2.92877</c:v>
                </c:pt>
                <c:pt idx="128">
                  <c:v>2.184388</c:v>
                </c:pt>
                <c:pt idx="129">
                  <c:v>1.272979</c:v>
                </c:pt>
                <c:pt idx="130">
                  <c:v>0.680322</c:v>
                </c:pt>
                <c:pt idx="131">
                  <c:v>1.532291</c:v>
                </c:pt>
                <c:pt idx="132">
                  <c:v>2.483498</c:v>
                </c:pt>
                <c:pt idx="133">
                  <c:v>1.287206</c:v>
                </c:pt>
                <c:pt idx="134">
                  <c:v>3.109018</c:v>
                </c:pt>
                <c:pt idx="135">
                  <c:v>0.138139</c:v>
                </c:pt>
                <c:pt idx="136">
                  <c:v>-0.14039</c:v>
                </c:pt>
                <c:pt idx="137">
                  <c:v>-0.455093</c:v>
                </c:pt>
                <c:pt idx="138">
                  <c:v>0.19958</c:v>
                </c:pt>
                <c:pt idx="139">
                  <c:v>4.813678</c:v>
                </c:pt>
                <c:pt idx="140">
                  <c:v>1.006032</c:v>
                </c:pt>
                <c:pt idx="141">
                  <c:v>1.059565</c:v>
                </c:pt>
                <c:pt idx="142">
                  <c:v>1.799504</c:v>
                </c:pt>
                <c:pt idx="143">
                  <c:v>0.717814</c:v>
                </c:pt>
                <c:pt idx="144">
                  <c:v>1.538669</c:v>
                </c:pt>
                <c:pt idx="145">
                  <c:v>0.009392</c:v>
                </c:pt>
                <c:pt idx="146">
                  <c:v>0.161147</c:v>
                </c:pt>
                <c:pt idx="147">
                  <c:v>-0.112689</c:v>
                </c:pt>
                <c:pt idx="148">
                  <c:v>-0.29341</c:v>
                </c:pt>
                <c:pt idx="149">
                  <c:v>-1.16524</c:v>
                </c:pt>
                <c:pt idx="150">
                  <c:v>-0.737132</c:v>
                </c:pt>
                <c:pt idx="151">
                  <c:v>1.151701</c:v>
                </c:pt>
                <c:pt idx="152">
                  <c:v>0.631179</c:v>
                </c:pt>
                <c:pt idx="153">
                  <c:v>-0.271126</c:v>
                </c:pt>
                <c:pt idx="154">
                  <c:v>-0.093254</c:v>
                </c:pt>
                <c:pt idx="155">
                  <c:v>-0.382649</c:v>
                </c:pt>
                <c:pt idx="156">
                  <c:v>-0.085717</c:v>
                </c:pt>
                <c:pt idx="157">
                  <c:v>0.744737</c:v>
                </c:pt>
                <c:pt idx="158">
                  <c:v>-1.051989</c:v>
                </c:pt>
                <c:pt idx="159">
                  <c:v>0.283769</c:v>
                </c:pt>
                <c:pt idx="160">
                  <c:v>-1.465255</c:v>
                </c:pt>
                <c:pt idx="161">
                  <c:v>0.963159</c:v>
                </c:pt>
                <c:pt idx="162">
                  <c:v>-1.2897</c:v>
                </c:pt>
                <c:pt idx="163">
                  <c:v>0.751078</c:v>
                </c:pt>
                <c:pt idx="164">
                  <c:v>0.163097</c:v>
                </c:pt>
                <c:pt idx="165">
                  <c:v>0.671036</c:v>
                </c:pt>
                <c:pt idx="166">
                  <c:v>0.843551</c:v>
                </c:pt>
                <c:pt idx="167">
                  <c:v>0.762091</c:v>
                </c:pt>
                <c:pt idx="168">
                  <c:v>-1.642913</c:v>
                </c:pt>
                <c:pt idx="169">
                  <c:v>0.577275</c:v>
                </c:pt>
                <c:pt idx="170">
                  <c:v>-1.091978</c:v>
                </c:pt>
                <c:pt idx="171">
                  <c:v>0.735626</c:v>
                </c:pt>
                <c:pt idx="172">
                  <c:v>-0.786082</c:v>
                </c:pt>
                <c:pt idx="173">
                  <c:v>-0.197422</c:v>
                </c:pt>
                <c:pt idx="174">
                  <c:v>-1.195465</c:v>
                </c:pt>
                <c:pt idx="175">
                  <c:v>-0.144007</c:v>
                </c:pt>
                <c:pt idx="176">
                  <c:v>0.003296</c:v>
                </c:pt>
                <c:pt idx="177">
                  <c:v>1.075104</c:v>
                </c:pt>
                <c:pt idx="178">
                  <c:v>0.998318</c:v>
                </c:pt>
                <c:pt idx="179">
                  <c:v>0.941165</c:v>
                </c:pt>
                <c:pt idx="180">
                  <c:v>-0.165238</c:v>
                </c:pt>
                <c:pt idx="181">
                  <c:v>-0.013442</c:v>
                </c:pt>
                <c:pt idx="182">
                  <c:v>-0.491087</c:v>
                </c:pt>
                <c:pt idx="183">
                  <c:v>-0.376131</c:v>
                </c:pt>
                <c:pt idx="184">
                  <c:v>0.108772</c:v>
                </c:pt>
                <c:pt idx="185">
                  <c:v>-0.072532</c:v>
                </c:pt>
                <c:pt idx="186">
                  <c:v>-0.394742</c:v>
                </c:pt>
                <c:pt idx="187">
                  <c:v>-0.475373</c:v>
                </c:pt>
                <c:pt idx="188">
                  <c:v>-0.720451</c:v>
                </c:pt>
                <c:pt idx="189">
                  <c:v>-0.623836</c:v>
                </c:pt>
                <c:pt idx="190">
                  <c:v>0.297655</c:v>
                </c:pt>
                <c:pt idx="191">
                  <c:v>0.556859</c:v>
                </c:pt>
                <c:pt idx="192">
                  <c:v>-0.620905</c:v>
                </c:pt>
                <c:pt idx="193">
                  <c:v>0.611285</c:v>
                </c:pt>
                <c:pt idx="194">
                  <c:v>-0.349637</c:v>
                </c:pt>
                <c:pt idx="195">
                  <c:v>-0.16206</c:v>
                </c:pt>
                <c:pt idx="196">
                  <c:v>-0.117359</c:v>
                </c:pt>
                <c:pt idx="197">
                  <c:v>-1.70349</c:v>
                </c:pt>
                <c:pt idx="198">
                  <c:v>0.292406</c:v>
                </c:pt>
                <c:pt idx="199">
                  <c:v>0.063562</c:v>
                </c:pt>
                <c:pt idx="200">
                  <c:v>1.508769</c:v>
                </c:pt>
                <c:pt idx="201">
                  <c:v>0.7611</c:v>
                </c:pt>
                <c:pt idx="202">
                  <c:v>0.643208</c:v>
                </c:pt>
                <c:pt idx="203">
                  <c:v>1.259178</c:v>
                </c:pt>
                <c:pt idx="204">
                  <c:v>-0.526485</c:v>
                </c:pt>
                <c:pt idx="205">
                  <c:v>-1.325281</c:v>
                </c:pt>
                <c:pt idx="206">
                  <c:v>0.754084</c:v>
                </c:pt>
                <c:pt idx="207">
                  <c:v>0.711045</c:v>
                </c:pt>
                <c:pt idx="208">
                  <c:v>-0.257005</c:v>
                </c:pt>
                <c:pt idx="209">
                  <c:v>1.352897</c:v>
                </c:pt>
                <c:pt idx="210">
                  <c:v>-0.423426</c:v>
                </c:pt>
                <c:pt idx="211">
                  <c:v>0.657373</c:v>
                </c:pt>
                <c:pt idx="212">
                  <c:v>-0.912641</c:v>
                </c:pt>
                <c:pt idx="213">
                  <c:v>1.408453</c:v>
                </c:pt>
                <c:pt idx="214">
                  <c:v>-0.853351</c:v>
                </c:pt>
                <c:pt idx="215">
                  <c:v>0.576512</c:v>
                </c:pt>
                <c:pt idx="216">
                  <c:v>-0.086105</c:v>
                </c:pt>
                <c:pt idx="217">
                  <c:v>-0.166289</c:v>
                </c:pt>
                <c:pt idx="218">
                  <c:v>1.484187</c:v>
                </c:pt>
                <c:pt idx="219">
                  <c:v>1.276177</c:v>
                </c:pt>
                <c:pt idx="220">
                  <c:v>-0.707956</c:v>
                </c:pt>
                <c:pt idx="221">
                  <c:v>0.905354</c:v>
                </c:pt>
                <c:pt idx="222">
                  <c:v>0.966292</c:v>
                </c:pt>
                <c:pt idx="223">
                  <c:v>-0.268999</c:v>
                </c:pt>
                <c:pt idx="224">
                  <c:v>1.314737</c:v>
                </c:pt>
                <c:pt idx="225">
                  <c:v>0.81879</c:v>
                </c:pt>
                <c:pt idx="226">
                  <c:v>-1.131163</c:v>
                </c:pt>
                <c:pt idx="227">
                  <c:v>-0.013874</c:v>
                </c:pt>
                <c:pt idx="228">
                  <c:v>-1.279847</c:v>
                </c:pt>
                <c:pt idx="229">
                  <c:v>0.879487</c:v>
                </c:pt>
                <c:pt idx="230">
                  <c:v>0.983606</c:v>
                </c:pt>
                <c:pt idx="231">
                  <c:v>0.320822</c:v>
                </c:pt>
                <c:pt idx="232">
                  <c:v>-0.019245</c:v>
                </c:pt>
                <c:pt idx="233">
                  <c:v>0.584985</c:v>
                </c:pt>
                <c:pt idx="234">
                  <c:v>0.602822</c:v>
                </c:pt>
                <c:pt idx="235">
                  <c:v>0.733763</c:v>
                </c:pt>
                <c:pt idx="236">
                  <c:v>0.156989</c:v>
                </c:pt>
                <c:pt idx="237">
                  <c:v>0.924658</c:v>
                </c:pt>
                <c:pt idx="238">
                  <c:v>0.232038</c:v>
                </c:pt>
                <c:pt idx="239">
                  <c:v>1.131017</c:v>
                </c:pt>
                <c:pt idx="240">
                  <c:v>1.233737</c:v>
                </c:pt>
                <c:pt idx="241">
                  <c:v>-0.719599</c:v>
                </c:pt>
                <c:pt idx="242">
                  <c:v>1.355843</c:v>
                </c:pt>
                <c:pt idx="243">
                  <c:v>2.477319</c:v>
                </c:pt>
                <c:pt idx="244">
                  <c:v>-1.271343</c:v>
                </c:pt>
                <c:pt idx="245">
                  <c:v>0.323735</c:v>
                </c:pt>
                <c:pt idx="246">
                  <c:v>1.056179</c:v>
                </c:pt>
                <c:pt idx="247">
                  <c:v>0.508565</c:v>
                </c:pt>
                <c:pt idx="248">
                  <c:v>0.16068</c:v>
                </c:pt>
                <c:pt idx="249">
                  <c:v>0.022889</c:v>
                </c:pt>
                <c:pt idx="250">
                  <c:v>0.833684</c:v>
                </c:pt>
                <c:pt idx="251">
                  <c:v>0.661732</c:v>
                </c:pt>
                <c:pt idx="252">
                  <c:v>-0.690207</c:v>
                </c:pt>
                <c:pt idx="253">
                  <c:v>1.498252</c:v>
                </c:pt>
                <c:pt idx="254">
                  <c:v>-0.006968</c:v>
                </c:pt>
                <c:pt idx="255">
                  <c:v>-0.358879</c:v>
                </c:pt>
                <c:pt idx="256">
                  <c:v>1.076827</c:v>
                </c:pt>
                <c:pt idx="257">
                  <c:v>-1.586464</c:v>
                </c:pt>
                <c:pt idx="258">
                  <c:v>-0.041611</c:v>
                </c:pt>
                <c:pt idx="259">
                  <c:v>0.421658</c:v>
                </c:pt>
                <c:pt idx="260">
                  <c:v>-1.29751</c:v>
                </c:pt>
                <c:pt idx="261">
                  <c:v>-0.411337</c:v>
                </c:pt>
                <c:pt idx="262">
                  <c:v>0.506737</c:v>
                </c:pt>
                <c:pt idx="263">
                  <c:v>0.028556</c:v>
                </c:pt>
                <c:pt idx="264">
                  <c:v>-0.258997</c:v>
                </c:pt>
                <c:pt idx="265">
                  <c:v>-0.665086</c:v>
                </c:pt>
                <c:pt idx="266">
                  <c:v>-0.561213</c:v>
                </c:pt>
                <c:pt idx="267">
                  <c:v>-0.531486</c:v>
                </c:pt>
                <c:pt idx="268">
                  <c:v>-0.513106</c:v>
                </c:pt>
                <c:pt idx="269">
                  <c:v>0.149322</c:v>
                </c:pt>
                <c:pt idx="270">
                  <c:v>0.131223</c:v>
                </c:pt>
                <c:pt idx="271">
                  <c:v>-0.280447</c:v>
                </c:pt>
                <c:pt idx="272">
                  <c:v>0.116831</c:v>
                </c:pt>
                <c:pt idx="273">
                  <c:v>0.727239</c:v>
                </c:pt>
                <c:pt idx="274">
                  <c:v>0.897517</c:v>
                </c:pt>
                <c:pt idx="275">
                  <c:v>1.234877</c:v>
                </c:pt>
                <c:pt idx="276">
                  <c:v>0.687455</c:v>
                </c:pt>
                <c:pt idx="277">
                  <c:v>-0.970901</c:v>
                </c:pt>
                <c:pt idx="278">
                  <c:v>0.284362</c:v>
                </c:pt>
                <c:pt idx="279">
                  <c:v>1.086046</c:v>
                </c:pt>
                <c:pt idx="280">
                  <c:v>-0.784193</c:v>
                </c:pt>
                <c:pt idx="281">
                  <c:v>-1.608218</c:v>
                </c:pt>
                <c:pt idx="282">
                  <c:v>-0.806277</c:v>
                </c:pt>
                <c:pt idx="283">
                  <c:v>-0.762886</c:v>
                </c:pt>
                <c:pt idx="284">
                  <c:v>0.4693</c:v>
                </c:pt>
                <c:pt idx="285">
                  <c:v>-1.149466</c:v>
                </c:pt>
                <c:pt idx="286">
                  <c:v>0.067948</c:v>
                </c:pt>
                <c:pt idx="287">
                  <c:v>0.366418</c:v>
                </c:pt>
                <c:pt idx="288">
                  <c:v>0.977275</c:v>
                </c:pt>
                <c:pt idx="289">
                  <c:v>0.277809</c:v>
                </c:pt>
                <c:pt idx="290">
                  <c:v>1.171739</c:v>
                </c:pt>
                <c:pt idx="291">
                  <c:v>1.355449</c:v>
                </c:pt>
                <c:pt idx="292">
                  <c:v>-1.645491</c:v>
                </c:pt>
                <c:pt idx="293">
                  <c:v>0.098469</c:v>
                </c:pt>
                <c:pt idx="294">
                  <c:v>0.298659</c:v>
                </c:pt>
                <c:pt idx="295">
                  <c:v>-0.011644</c:v>
                </c:pt>
                <c:pt idx="296">
                  <c:v>1.195635</c:v>
                </c:pt>
                <c:pt idx="297">
                  <c:v>-0.10865</c:v>
                </c:pt>
                <c:pt idx="298">
                  <c:v>1.519706</c:v>
                </c:pt>
                <c:pt idx="299">
                  <c:v>1.581208</c:v>
                </c:pt>
                <c:pt idx="300">
                  <c:v>-0.163117</c:v>
                </c:pt>
                <c:pt idx="301">
                  <c:v>-1.677828</c:v>
                </c:pt>
                <c:pt idx="302">
                  <c:v>-1.071979</c:v>
                </c:pt>
                <c:pt idx="303">
                  <c:v>1.806931</c:v>
                </c:pt>
                <c:pt idx="304">
                  <c:v>0.203034</c:v>
                </c:pt>
                <c:pt idx="305">
                  <c:v>-1.290208</c:v>
                </c:pt>
                <c:pt idx="306">
                  <c:v>-0.016149</c:v>
                </c:pt>
                <c:pt idx="307">
                  <c:v>0.558787</c:v>
                </c:pt>
                <c:pt idx="308">
                  <c:v>0.422156</c:v>
                </c:pt>
                <c:pt idx="309">
                  <c:v>0.284438</c:v>
                </c:pt>
                <c:pt idx="310">
                  <c:v>-0.157402</c:v>
                </c:pt>
                <c:pt idx="311">
                  <c:v>1.003042</c:v>
                </c:pt>
                <c:pt idx="312">
                  <c:v>0.138757</c:v>
                </c:pt>
                <c:pt idx="313">
                  <c:v>1.691926</c:v>
                </c:pt>
                <c:pt idx="314">
                  <c:v>0.646636</c:v>
                </c:pt>
                <c:pt idx="315">
                  <c:v>0.25247</c:v>
                </c:pt>
                <c:pt idx="316">
                  <c:v>0.580202</c:v>
                </c:pt>
                <c:pt idx="317">
                  <c:v>1.41364</c:v>
                </c:pt>
                <c:pt idx="318">
                  <c:v>0.266258</c:v>
                </c:pt>
                <c:pt idx="319">
                  <c:v>0.971416</c:v>
                </c:pt>
                <c:pt idx="320">
                  <c:v>0.156446</c:v>
                </c:pt>
                <c:pt idx="321">
                  <c:v>-0.278963</c:v>
                </c:pt>
                <c:pt idx="322">
                  <c:v>-0.115853</c:v>
                </c:pt>
                <c:pt idx="323">
                  <c:v>0.996125</c:v>
                </c:pt>
                <c:pt idx="324">
                  <c:v>1.325183</c:v>
                </c:pt>
                <c:pt idx="325">
                  <c:v>1.208645</c:v>
                </c:pt>
                <c:pt idx="326">
                  <c:v>-1.686863</c:v>
                </c:pt>
                <c:pt idx="327">
                  <c:v>0.573254</c:v>
                </c:pt>
                <c:pt idx="328">
                  <c:v>1.442875</c:v>
                </c:pt>
                <c:pt idx="329">
                  <c:v>0.86013</c:v>
                </c:pt>
                <c:pt idx="330">
                  <c:v>1.511364</c:v>
                </c:pt>
                <c:pt idx="331">
                  <c:v>1.542267</c:v>
                </c:pt>
                <c:pt idx="332">
                  <c:v>1.163833</c:v>
                </c:pt>
                <c:pt idx="333">
                  <c:v>0.42994</c:v>
                </c:pt>
                <c:pt idx="334">
                  <c:v>0.767286</c:v>
                </c:pt>
                <c:pt idx="335">
                  <c:v>1.629306</c:v>
                </c:pt>
                <c:pt idx="336">
                  <c:v>0.869658</c:v>
                </c:pt>
                <c:pt idx="337">
                  <c:v>1.204272</c:v>
                </c:pt>
                <c:pt idx="338">
                  <c:v>0.804585</c:v>
                </c:pt>
                <c:pt idx="339">
                  <c:v>0.699365</c:v>
                </c:pt>
                <c:pt idx="340">
                  <c:v>-0.426457</c:v>
                </c:pt>
                <c:pt idx="341">
                  <c:v>0.491659</c:v>
                </c:pt>
                <c:pt idx="342">
                  <c:v>0.716233</c:v>
                </c:pt>
                <c:pt idx="343">
                  <c:v>0.181579</c:v>
                </c:pt>
                <c:pt idx="344">
                  <c:v>-1.227279</c:v>
                </c:pt>
                <c:pt idx="345">
                  <c:v>0.393329</c:v>
                </c:pt>
                <c:pt idx="346">
                  <c:v>-0.079048</c:v>
                </c:pt>
                <c:pt idx="347">
                  <c:v>0.796255</c:v>
                </c:pt>
                <c:pt idx="348">
                  <c:v>-0.751291</c:v>
                </c:pt>
                <c:pt idx="349">
                  <c:v>0.79057</c:v>
                </c:pt>
                <c:pt idx="350">
                  <c:v>0.027611</c:v>
                </c:pt>
                <c:pt idx="351">
                  <c:v>1.24955</c:v>
                </c:pt>
                <c:pt idx="352">
                  <c:v>0.180675</c:v>
                </c:pt>
                <c:pt idx="353">
                  <c:v>0.156763</c:v>
                </c:pt>
                <c:pt idx="354">
                  <c:v>0.293059</c:v>
                </c:pt>
                <c:pt idx="355">
                  <c:v>-1.283116</c:v>
                </c:pt>
                <c:pt idx="356">
                  <c:v>-0.064418</c:v>
                </c:pt>
                <c:pt idx="357">
                  <c:v>-0.408728</c:v>
                </c:pt>
                <c:pt idx="358">
                  <c:v>0.03954</c:v>
                </c:pt>
                <c:pt idx="359">
                  <c:v>1.624109</c:v>
                </c:pt>
                <c:pt idx="360">
                  <c:v>1.316693</c:v>
                </c:pt>
                <c:pt idx="361">
                  <c:v>0.027738</c:v>
                </c:pt>
                <c:pt idx="362">
                  <c:v>0.767177</c:v>
                </c:pt>
                <c:pt idx="363">
                  <c:v>0.494478</c:v>
                </c:pt>
                <c:pt idx="364">
                  <c:v>1.254724</c:v>
                </c:pt>
                <c:pt idx="365">
                  <c:v>-0.534835</c:v>
                </c:pt>
                <c:pt idx="366">
                  <c:v>0.975184</c:v>
                </c:pt>
                <c:pt idx="367">
                  <c:v>0.280877</c:v>
                </c:pt>
                <c:pt idx="368">
                  <c:v>-0.068155</c:v>
                </c:pt>
                <c:pt idx="369">
                  <c:v>-1.483119</c:v>
                </c:pt>
                <c:pt idx="370">
                  <c:v>0.860473</c:v>
                </c:pt>
                <c:pt idx="371">
                  <c:v>-0.985692</c:v>
                </c:pt>
                <c:pt idx="372">
                  <c:v>-0.006202</c:v>
                </c:pt>
                <c:pt idx="373">
                  <c:v>0.301697</c:v>
                </c:pt>
                <c:pt idx="374">
                  <c:v>0.602155</c:v>
                </c:pt>
                <c:pt idx="375">
                  <c:v>0.931971</c:v>
                </c:pt>
                <c:pt idx="376">
                  <c:v>0.672449</c:v>
                </c:pt>
                <c:pt idx="377">
                  <c:v>1.7714</c:v>
                </c:pt>
                <c:pt idx="378">
                  <c:v>1.225416</c:v>
                </c:pt>
                <c:pt idx="379">
                  <c:v>-0.167142</c:v>
                </c:pt>
                <c:pt idx="380">
                  <c:v>-0.000592</c:v>
                </c:pt>
                <c:pt idx="381">
                  <c:v>-0.267622</c:v>
                </c:pt>
                <c:pt idx="382">
                  <c:v>0.163537</c:v>
                </c:pt>
                <c:pt idx="383">
                  <c:v>0.612152</c:v>
                </c:pt>
                <c:pt idx="384">
                  <c:v>0.614316</c:v>
                </c:pt>
                <c:pt idx="385">
                  <c:v>-0.184295</c:v>
                </c:pt>
                <c:pt idx="386">
                  <c:v>-0.290238</c:v>
                </c:pt>
                <c:pt idx="387">
                  <c:v>-0.208156</c:v>
                </c:pt>
                <c:pt idx="388">
                  <c:v>0.212268</c:v>
                </c:pt>
                <c:pt idx="389">
                  <c:v>1.15257</c:v>
                </c:pt>
                <c:pt idx="390">
                  <c:v>1.434549</c:v>
                </c:pt>
                <c:pt idx="391">
                  <c:v>0.658176</c:v>
                </c:pt>
                <c:pt idx="392">
                  <c:v>0.513333</c:v>
                </c:pt>
                <c:pt idx="393">
                  <c:v>0.240787</c:v>
                </c:pt>
                <c:pt idx="394">
                  <c:v>0.716462</c:v>
                </c:pt>
                <c:pt idx="395">
                  <c:v>0.463719</c:v>
                </c:pt>
                <c:pt idx="396">
                  <c:v>1.094055</c:v>
                </c:pt>
                <c:pt idx="397">
                  <c:v>-0.26499</c:v>
                </c:pt>
                <c:pt idx="398">
                  <c:v>-2.714192</c:v>
                </c:pt>
                <c:pt idx="399">
                  <c:v>-0.538538</c:v>
                </c:pt>
                <c:pt idx="400">
                  <c:v>-1.208893</c:v>
                </c:pt>
                <c:pt idx="401">
                  <c:v>1.697021</c:v>
                </c:pt>
                <c:pt idx="402">
                  <c:v>0.398872</c:v>
                </c:pt>
                <c:pt idx="403">
                  <c:v>-0.009417</c:v>
                </c:pt>
                <c:pt idx="404">
                  <c:v>0.677573</c:v>
                </c:pt>
                <c:pt idx="405">
                  <c:v>0.838034</c:v>
                </c:pt>
                <c:pt idx="406">
                  <c:v>-0.269386</c:v>
                </c:pt>
                <c:pt idx="407">
                  <c:v>-0.76424</c:v>
                </c:pt>
                <c:pt idx="408">
                  <c:v>-0.019425</c:v>
                </c:pt>
                <c:pt idx="409">
                  <c:v>1.277043</c:v>
                </c:pt>
                <c:pt idx="410">
                  <c:v>0.104752</c:v>
                </c:pt>
                <c:pt idx="411">
                  <c:v>0.174752</c:v>
                </c:pt>
                <c:pt idx="412">
                  <c:v>1.365771</c:v>
                </c:pt>
                <c:pt idx="413">
                  <c:v>0.885351</c:v>
                </c:pt>
                <c:pt idx="414">
                  <c:v>0.827991</c:v>
                </c:pt>
                <c:pt idx="415">
                  <c:v>1.371356</c:v>
                </c:pt>
                <c:pt idx="416">
                  <c:v>0.195827</c:v>
                </c:pt>
                <c:pt idx="417">
                  <c:v>0.131776</c:v>
                </c:pt>
                <c:pt idx="418">
                  <c:v>1.63329</c:v>
                </c:pt>
                <c:pt idx="419">
                  <c:v>0.462064</c:v>
                </c:pt>
                <c:pt idx="420">
                  <c:v>1.330239</c:v>
                </c:pt>
                <c:pt idx="421">
                  <c:v>0.093427</c:v>
                </c:pt>
                <c:pt idx="422">
                  <c:v>-0.089643</c:v>
                </c:pt>
                <c:pt idx="423">
                  <c:v>1.395573</c:v>
                </c:pt>
                <c:pt idx="424">
                  <c:v>2.212875</c:v>
                </c:pt>
                <c:pt idx="425">
                  <c:v>-1.682443</c:v>
                </c:pt>
                <c:pt idx="426">
                  <c:v>1.144619</c:v>
                </c:pt>
                <c:pt idx="427">
                  <c:v>0.741607</c:v>
                </c:pt>
                <c:pt idx="428">
                  <c:v>1.798044</c:v>
                </c:pt>
                <c:pt idx="429">
                  <c:v>0.601072</c:v>
                </c:pt>
                <c:pt idx="430">
                  <c:v>0.478788</c:v>
                </c:pt>
                <c:pt idx="431">
                  <c:v>0.416174</c:v>
                </c:pt>
                <c:pt idx="432">
                  <c:v>0.964243</c:v>
                </c:pt>
                <c:pt idx="433">
                  <c:v>0.376099</c:v>
                </c:pt>
                <c:pt idx="434">
                  <c:v>0.26594</c:v>
                </c:pt>
                <c:pt idx="435">
                  <c:v>1.292738</c:v>
                </c:pt>
                <c:pt idx="436">
                  <c:v>0.013978</c:v>
                </c:pt>
                <c:pt idx="437">
                  <c:v>0.126851</c:v>
                </c:pt>
                <c:pt idx="438">
                  <c:v>0.195437</c:v>
                </c:pt>
                <c:pt idx="439">
                  <c:v>0.747631</c:v>
                </c:pt>
                <c:pt idx="440">
                  <c:v>0.819703</c:v>
                </c:pt>
                <c:pt idx="441">
                  <c:v>0.09279</c:v>
                </c:pt>
                <c:pt idx="442">
                  <c:v>-0.169715</c:v>
                </c:pt>
                <c:pt idx="443">
                  <c:v>0.321824</c:v>
                </c:pt>
                <c:pt idx="444">
                  <c:v>0.266012</c:v>
                </c:pt>
                <c:pt idx="445">
                  <c:v>1.143668</c:v>
                </c:pt>
                <c:pt idx="446">
                  <c:v>0.3637</c:v>
                </c:pt>
                <c:pt idx="447">
                  <c:v>0.648018</c:v>
                </c:pt>
                <c:pt idx="448">
                  <c:v>0.381262</c:v>
                </c:pt>
                <c:pt idx="449">
                  <c:v>0.103801</c:v>
                </c:pt>
                <c:pt idx="450">
                  <c:v>0.001312</c:v>
                </c:pt>
                <c:pt idx="451">
                  <c:v>-0.412924</c:v>
                </c:pt>
                <c:pt idx="452">
                  <c:v>0.557202</c:v>
                </c:pt>
                <c:pt idx="453">
                  <c:v>0.068621</c:v>
                </c:pt>
                <c:pt idx="454">
                  <c:v>0.422561</c:v>
                </c:pt>
                <c:pt idx="455">
                  <c:v>0.572984</c:v>
                </c:pt>
                <c:pt idx="456">
                  <c:v>0.290581</c:v>
                </c:pt>
                <c:pt idx="457">
                  <c:v>0.563561</c:v>
                </c:pt>
                <c:pt idx="458">
                  <c:v>0.489044</c:v>
                </c:pt>
                <c:pt idx="459">
                  <c:v>0.117718</c:v>
                </c:pt>
                <c:pt idx="460">
                  <c:v>-0.36875</c:v>
                </c:pt>
                <c:pt idx="461">
                  <c:v>-0.178294</c:v>
                </c:pt>
                <c:pt idx="462">
                  <c:v>0.554999</c:v>
                </c:pt>
                <c:pt idx="463">
                  <c:v>0.022497</c:v>
                </c:pt>
                <c:pt idx="464">
                  <c:v>0.189106</c:v>
                </c:pt>
                <c:pt idx="465">
                  <c:v>-0.083928</c:v>
                </c:pt>
                <c:pt idx="466">
                  <c:v>1.083355</c:v>
                </c:pt>
                <c:pt idx="467">
                  <c:v>0.67323</c:v>
                </c:pt>
                <c:pt idx="468">
                  <c:v>0.926242</c:v>
                </c:pt>
                <c:pt idx="469">
                  <c:v>1.573726</c:v>
                </c:pt>
                <c:pt idx="470">
                  <c:v>0.516433</c:v>
                </c:pt>
                <c:pt idx="471">
                  <c:v>0.19374</c:v>
                </c:pt>
                <c:pt idx="472">
                  <c:v>0.554797</c:v>
                </c:pt>
                <c:pt idx="473">
                  <c:v>0.198745</c:v>
                </c:pt>
                <c:pt idx="474">
                  <c:v>0.004891</c:v>
                </c:pt>
                <c:pt idx="475">
                  <c:v>-0.107338</c:v>
                </c:pt>
                <c:pt idx="476">
                  <c:v>0.506329</c:v>
                </c:pt>
                <c:pt idx="477">
                  <c:v>-0.622885</c:v>
                </c:pt>
                <c:pt idx="478">
                  <c:v>-0.078208</c:v>
                </c:pt>
                <c:pt idx="479">
                  <c:v>0.103562</c:v>
                </c:pt>
                <c:pt idx="480">
                  <c:v>-0.779836</c:v>
                </c:pt>
                <c:pt idx="481">
                  <c:v>1.203795</c:v>
                </c:pt>
                <c:pt idx="482">
                  <c:v>0.117188</c:v>
                </c:pt>
                <c:pt idx="483">
                  <c:v>1.148016</c:v>
                </c:pt>
                <c:pt idx="484">
                  <c:v>0.489347</c:v>
                </c:pt>
                <c:pt idx="485">
                  <c:v>0.51667</c:v>
                </c:pt>
                <c:pt idx="486">
                  <c:v>-0.053908</c:v>
                </c:pt>
                <c:pt idx="487">
                  <c:v>-0.125091</c:v>
                </c:pt>
                <c:pt idx="488">
                  <c:v>0.278302</c:v>
                </c:pt>
                <c:pt idx="489">
                  <c:v>-0.280365</c:v>
                </c:pt>
                <c:pt idx="490">
                  <c:v>0.693782</c:v>
                </c:pt>
                <c:pt idx="491">
                  <c:v>0.925256</c:v>
                </c:pt>
                <c:pt idx="492">
                  <c:v>0.417596</c:v>
                </c:pt>
                <c:pt idx="493">
                  <c:v>0.566094</c:v>
                </c:pt>
                <c:pt idx="494">
                  <c:v>-0.213451</c:v>
                </c:pt>
                <c:pt idx="495">
                  <c:v>0.7005</c:v>
                </c:pt>
                <c:pt idx="496">
                  <c:v>0.383081</c:v>
                </c:pt>
                <c:pt idx="497">
                  <c:v>-0.264557</c:v>
                </c:pt>
                <c:pt idx="498">
                  <c:v>1.835033</c:v>
                </c:pt>
                <c:pt idx="499">
                  <c:v>0.535219</c:v>
                </c:pt>
                <c:pt idx="500">
                  <c:v>0.693714</c:v>
                </c:pt>
                <c:pt idx="501">
                  <c:v>0.117254</c:v>
                </c:pt>
                <c:pt idx="502">
                  <c:v>0.120984</c:v>
                </c:pt>
                <c:pt idx="503">
                  <c:v>0.105107</c:v>
                </c:pt>
                <c:pt idx="504">
                  <c:v>0.073275</c:v>
                </c:pt>
                <c:pt idx="505">
                  <c:v>0.44629</c:v>
                </c:pt>
                <c:pt idx="506">
                  <c:v>0.559482</c:v>
                </c:pt>
                <c:pt idx="507">
                  <c:v>0.247581</c:v>
                </c:pt>
                <c:pt idx="508">
                  <c:v>0.278675</c:v>
                </c:pt>
                <c:pt idx="509">
                  <c:v>0.010248</c:v>
                </c:pt>
                <c:pt idx="510">
                  <c:v>0.506884</c:v>
                </c:pt>
                <c:pt idx="511">
                  <c:v>0.003148</c:v>
                </c:pt>
                <c:pt idx="512">
                  <c:v>1.412921</c:v>
                </c:pt>
                <c:pt idx="513">
                  <c:v>0.306327</c:v>
                </c:pt>
                <c:pt idx="514">
                  <c:v>1.442386</c:v>
                </c:pt>
                <c:pt idx="515">
                  <c:v>0.149667</c:v>
                </c:pt>
                <c:pt idx="516">
                  <c:v>0.264369</c:v>
                </c:pt>
                <c:pt idx="517">
                  <c:v>0.461769</c:v>
                </c:pt>
                <c:pt idx="518">
                  <c:v>0.482</c:v>
                </c:pt>
                <c:pt idx="519">
                  <c:v>-0.224776</c:v>
                </c:pt>
                <c:pt idx="520">
                  <c:v>-0.519267</c:v>
                </c:pt>
                <c:pt idx="521">
                  <c:v>0.529129</c:v>
                </c:pt>
                <c:pt idx="522">
                  <c:v>0.596768</c:v>
                </c:pt>
                <c:pt idx="523">
                  <c:v>0.460641</c:v>
                </c:pt>
                <c:pt idx="524">
                  <c:v>0.036509</c:v>
                </c:pt>
                <c:pt idx="525">
                  <c:v>0.029356</c:v>
                </c:pt>
                <c:pt idx="526">
                  <c:v>-0.137476</c:v>
                </c:pt>
                <c:pt idx="527">
                  <c:v>-0.721399</c:v>
                </c:pt>
                <c:pt idx="528">
                  <c:v>0.053598</c:v>
                </c:pt>
                <c:pt idx="529">
                  <c:v>0.013803</c:v>
                </c:pt>
                <c:pt idx="530">
                  <c:v>0.85164</c:v>
                </c:pt>
                <c:pt idx="531">
                  <c:v>0.144863</c:v>
                </c:pt>
                <c:pt idx="532">
                  <c:v>0.325651</c:v>
                </c:pt>
                <c:pt idx="533">
                  <c:v>0.069094</c:v>
                </c:pt>
                <c:pt idx="534">
                  <c:v>0.546998</c:v>
                </c:pt>
                <c:pt idx="535">
                  <c:v>0.355669</c:v>
                </c:pt>
                <c:pt idx="536">
                  <c:v>0.690349</c:v>
                </c:pt>
                <c:pt idx="537">
                  <c:v>0.532806</c:v>
                </c:pt>
                <c:pt idx="538">
                  <c:v>0.455021</c:v>
                </c:pt>
                <c:pt idx="539">
                  <c:v>0.096367</c:v>
                </c:pt>
                <c:pt idx="540">
                  <c:v>0.459036</c:v>
                </c:pt>
                <c:pt idx="541">
                  <c:v>0.249902</c:v>
                </c:pt>
                <c:pt idx="542">
                  <c:v>0.562502</c:v>
                </c:pt>
                <c:pt idx="543">
                  <c:v>0.283595</c:v>
                </c:pt>
                <c:pt idx="544">
                  <c:v>0.121973</c:v>
                </c:pt>
                <c:pt idx="545">
                  <c:v>-0.365327</c:v>
                </c:pt>
                <c:pt idx="546">
                  <c:v>0.361506</c:v>
                </c:pt>
                <c:pt idx="547">
                  <c:v>0.69189</c:v>
                </c:pt>
                <c:pt idx="548">
                  <c:v>0.54628</c:v>
                </c:pt>
                <c:pt idx="549">
                  <c:v>0.346605</c:v>
                </c:pt>
                <c:pt idx="550">
                  <c:v>-0.368677</c:v>
                </c:pt>
                <c:pt idx="551">
                  <c:v>0.269456</c:v>
                </c:pt>
                <c:pt idx="552">
                  <c:v>0.660979</c:v>
                </c:pt>
                <c:pt idx="553">
                  <c:v>-0.299278</c:v>
                </c:pt>
                <c:pt idx="554">
                  <c:v>0.683539</c:v>
                </c:pt>
                <c:pt idx="555">
                  <c:v>-0.109396</c:v>
                </c:pt>
                <c:pt idx="556">
                  <c:v>0.802865</c:v>
                </c:pt>
                <c:pt idx="557">
                  <c:v>1.088274</c:v>
                </c:pt>
                <c:pt idx="558">
                  <c:v>-0.20059</c:v>
                </c:pt>
                <c:pt idx="559">
                  <c:v>0.278521</c:v>
                </c:pt>
                <c:pt idx="560">
                  <c:v>0.710433</c:v>
                </c:pt>
                <c:pt idx="561">
                  <c:v>0.287411</c:v>
                </c:pt>
                <c:pt idx="562">
                  <c:v>0.140392</c:v>
                </c:pt>
                <c:pt idx="563">
                  <c:v>-0.025646</c:v>
                </c:pt>
                <c:pt idx="564">
                  <c:v>-0.128935</c:v>
                </c:pt>
                <c:pt idx="565">
                  <c:v>0.306371</c:v>
                </c:pt>
                <c:pt idx="566">
                  <c:v>-0.209795</c:v>
                </c:pt>
                <c:pt idx="567">
                  <c:v>-0.62802</c:v>
                </c:pt>
                <c:pt idx="568">
                  <c:v>2.143113</c:v>
                </c:pt>
                <c:pt idx="569">
                  <c:v>0.438791</c:v>
                </c:pt>
                <c:pt idx="570">
                  <c:v>0.708011</c:v>
                </c:pt>
                <c:pt idx="571">
                  <c:v>0.098021</c:v>
                </c:pt>
              </c:numCache>
            </c:numRef>
          </c:xVal>
          <c:yVal>
            <c:numRef>
              <c:f>Sheet1!$B$1034:$B$1605</c:f>
              <c:numCache>
                <c:formatCode>General</c:formatCode>
                <c:ptCount val="572"/>
                <c:pt idx="0">
                  <c:v>4.010341352753696</c:v>
                </c:pt>
                <c:pt idx="1">
                  <c:v>4.148046296616053</c:v>
                </c:pt>
                <c:pt idx="2">
                  <c:v>3.867084950448961</c:v>
                </c:pt>
                <c:pt idx="3">
                  <c:v>4.191330466484315</c:v>
                </c:pt>
                <c:pt idx="4">
                  <c:v>4.06966878851074</c:v>
                </c:pt>
                <c:pt idx="5">
                  <c:v>4.096034636788388</c:v>
                </c:pt>
                <c:pt idx="6">
                  <c:v>4.0683119638894105</c:v>
                </c:pt>
                <c:pt idx="7">
                  <c:v>4.128135037922213</c:v>
                </c:pt>
                <c:pt idx="8">
                  <c:v>3.9851450389959284</c:v>
                </c:pt>
                <c:pt idx="9">
                  <c:v>4.126518219976466</c:v>
                </c:pt>
                <c:pt idx="10">
                  <c:v>3.7908201171786406</c:v>
                </c:pt>
                <c:pt idx="11">
                  <c:v>3.9880193799301833</c:v>
                </c:pt>
                <c:pt idx="12">
                  <c:v>3.9883320521207475</c:v>
                </c:pt>
                <c:pt idx="13">
                  <c:v>4.11736283537057</c:v>
                </c:pt>
                <c:pt idx="14">
                  <c:v>3.9832587745750883</c:v>
                </c:pt>
                <c:pt idx="15">
                  <c:v>4.080228434441964</c:v>
                </c:pt>
                <c:pt idx="16">
                  <c:v>3.870014872674489</c:v>
                </c:pt>
                <c:pt idx="17">
                  <c:v>4.1426606939780575</c:v>
                </c:pt>
                <c:pt idx="18">
                  <c:v>3.946213402977375</c:v>
                </c:pt>
                <c:pt idx="19">
                  <c:v>3.8827578175840287</c:v>
                </c:pt>
                <c:pt idx="20">
                  <c:v>3.9993536370633405</c:v>
                </c:pt>
                <c:pt idx="21">
                  <c:v>3.9181203338976056</c:v>
                </c:pt>
                <c:pt idx="22">
                  <c:v>3.9417516494961764</c:v>
                </c:pt>
                <c:pt idx="23">
                  <c:v>4.091618389429692</c:v>
                </c:pt>
                <c:pt idx="24">
                  <c:v>4.061417395786465</c:v>
                </c:pt>
                <c:pt idx="25">
                  <c:v>3.878409618200396</c:v>
                </c:pt>
                <c:pt idx="26">
                  <c:v>4.113317071760626</c:v>
                </c:pt>
                <c:pt idx="27">
                  <c:v>4.019449371010357</c:v>
                </c:pt>
                <c:pt idx="28">
                  <c:v>3.911526379018933</c:v>
                </c:pt>
                <c:pt idx="29">
                  <c:v>4.08923798454358</c:v>
                </c:pt>
                <c:pt idx="30">
                  <c:v>4.058437633719981</c:v>
                </c:pt>
                <c:pt idx="31">
                  <c:v>3.8417625086110516</c:v>
                </c:pt>
                <c:pt idx="32">
                  <c:v>4.101178798662149</c:v>
                </c:pt>
                <c:pt idx="33">
                  <c:v>3.964629780484278</c:v>
                </c:pt>
                <c:pt idx="34">
                  <c:v>3.8968801213203235</c:v>
                </c:pt>
                <c:pt idx="35">
                  <c:v>4.219945420314948</c:v>
                </c:pt>
                <c:pt idx="36">
                  <c:v>4.141185729566245</c:v>
                </c:pt>
                <c:pt idx="37">
                  <c:v>3.940614966910583</c:v>
                </c:pt>
                <c:pt idx="38">
                  <c:v>4.1289696350080956</c:v>
                </c:pt>
                <c:pt idx="39">
                  <c:v>3.884599964590004</c:v>
                </c:pt>
                <c:pt idx="40">
                  <c:v>4.1940134976515315</c:v>
                </c:pt>
                <c:pt idx="41">
                  <c:v>3.940164650603394</c:v>
                </c:pt>
                <c:pt idx="42">
                  <c:v>3.9738842733591997</c:v>
                </c:pt>
                <c:pt idx="43">
                  <c:v>4.039375039683447</c:v>
                </c:pt>
                <c:pt idx="44">
                  <c:v>4.11818523612381</c:v>
                </c:pt>
                <c:pt idx="45">
                  <c:v>3.9142486471432982</c:v>
                </c:pt>
                <c:pt idx="46">
                  <c:v>4.0717211949879255</c:v>
                </c:pt>
                <c:pt idx="47">
                  <c:v>3.852260248448855</c:v>
                </c:pt>
                <c:pt idx="48">
                  <c:v>4.199493818845606</c:v>
                </c:pt>
                <c:pt idx="49">
                  <c:v>3.8145232209357984</c:v>
                </c:pt>
                <c:pt idx="50">
                  <c:v>3.995151780512509</c:v>
                </c:pt>
                <c:pt idx="51">
                  <c:v>3.8901069934915062</c:v>
                </c:pt>
                <c:pt idx="52">
                  <c:v>3.912328983669066</c:v>
                </c:pt>
                <c:pt idx="53">
                  <c:v>3.881771706620639</c:v>
                </c:pt>
                <c:pt idx="54">
                  <c:v>3.8391412882329288</c:v>
                </c:pt>
                <c:pt idx="55">
                  <c:v>3.8387435874979374</c:v>
                </c:pt>
                <c:pt idx="56">
                  <c:v>4.13412900476059</c:v>
                </c:pt>
                <c:pt idx="57">
                  <c:v>4.124779314874701</c:v>
                </c:pt>
                <c:pt idx="58">
                  <c:v>4.112250147423882</c:v>
                </c:pt>
                <c:pt idx="59">
                  <c:v>3.955039171941803</c:v>
                </c:pt>
                <c:pt idx="60">
                  <c:v>4.051519009764614</c:v>
                </c:pt>
                <c:pt idx="61">
                  <c:v>4.075008351340252</c:v>
                </c:pt>
                <c:pt idx="62">
                  <c:v>3.983410989430109</c:v>
                </c:pt>
                <c:pt idx="63">
                  <c:v>3.976209584320075</c:v>
                </c:pt>
                <c:pt idx="64">
                  <c:v>4.000597498941427</c:v>
                </c:pt>
                <c:pt idx="65">
                  <c:v>4.055804532912632</c:v>
                </c:pt>
                <c:pt idx="66">
                  <c:v>3.9729893781497383</c:v>
                </c:pt>
                <c:pt idx="67">
                  <c:v>3.8320369336973266</c:v>
                </c:pt>
                <c:pt idx="68">
                  <c:v>3.9896091614463756</c:v>
                </c:pt>
                <c:pt idx="69">
                  <c:v>3.97470317289709</c:v>
                </c:pt>
                <c:pt idx="70">
                  <c:v>3.940160205655615</c:v>
                </c:pt>
                <c:pt idx="71">
                  <c:v>3.9959992576604484</c:v>
                </c:pt>
                <c:pt idx="72">
                  <c:v>3.884059692488781</c:v>
                </c:pt>
                <c:pt idx="73">
                  <c:v>4.151796470793478</c:v>
                </c:pt>
                <c:pt idx="74">
                  <c:v>3.836121106869809</c:v>
                </c:pt>
                <c:pt idx="75">
                  <c:v>4.053202024544038</c:v>
                </c:pt>
                <c:pt idx="76">
                  <c:v>4.1892764177416275</c:v>
                </c:pt>
                <c:pt idx="77">
                  <c:v>4.108925310623738</c:v>
                </c:pt>
                <c:pt idx="78">
                  <c:v>3.8654036064363444</c:v>
                </c:pt>
                <c:pt idx="79">
                  <c:v>3.8873556614332667</c:v>
                </c:pt>
                <c:pt idx="80">
                  <c:v>4.071555982021596</c:v>
                </c:pt>
                <c:pt idx="81">
                  <c:v>4.0158149398061855</c:v>
                </c:pt>
                <c:pt idx="82">
                  <c:v>4.074078453920001</c:v>
                </c:pt>
                <c:pt idx="83">
                  <c:v>3.868485688224588</c:v>
                </c:pt>
                <c:pt idx="84">
                  <c:v>3.976470126437738</c:v>
                </c:pt>
                <c:pt idx="85">
                  <c:v>3.9232762912448385</c:v>
                </c:pt>
                <c:pt idx="86">
                  <c:v>3.885437116803423</c:v>
                </c:pt>
                <c:pt idx="87">
                  <c:v>4.030671825511175</c:v>
                </c:pt>
                <c:pt idx="88">
                  <c:v>3.878195619983474</c:v>
                </c:pt>
                <c:pt idx="89">
                  <c:v>3.893908331789517</c:v>
                </c:pt>
                <c:pt idx="90">
                  <c:v>3.9329669830060627</c:v>
                </c:pt>
                <c:pt idx="91">
                  <c:v>4.018925617969712</c:v>
                </c:pt>
                <c:pt idx="92">
                  <c:v>4.064117030693289</c:v>
                </c:pt>
                <c:pt idx="93">
                  <c:v>3.8540484983781105</c:v>
                </c:pt>
                <c:pt idx="94">
                  <c:v>3.9273981901066923</c:v>
                </c:pt>
                <c:pt idx="95">
                  <c:v>4.022692173906625</c:v>
                </c:pt>
                <c:pt idx="96">
                  <c:v>4.1138706789834005</c:v>
                </c:pt>
                <c:pt idx="97">
                  <c:v>3.852016231106925</c:v>
                </c:pt>
                <c:pt idx="98">
                  <c:v>3.877087042645406</c:v>
                </c:pt>
                <c:pt idx="99">
                  <c:v>4.05824341226386</c:v>
                </c:pt>
                <c:pt idx="100">
                  <c:v>4.071909743857823</c:v>
                </c:pt>
                <c:pt idx="101">
                  <c:v>3.981090163450025</c:v>
                </c:pt>
                <c:pt idx="102">
                  <c:v>4.013095535445699</c:v>
                </c:pt>
                <c:pt idx="103">
                  <c:v>4.02182833010839</c:v>
                </c:pt>
                <c:pt idx="104">
                  <c:v>4.233377821343649</c:v>
                </c:pt>
                <c:pt idx="105">
                  <c:v>4.2218796699006065</c:v>
                </c:pt>
                <c:pt idx="106">
                  <c:v>4.081975684692565</c:v>
                </c:pt>
                <c:pt idx="107">
                  <c:v>4.102619575024924</c:v>
                </c:pt>
                <c:pt idx="108">
                  <c:v>4.2175981415949595</c:v>
                </c:pt>
                <c:pt idx="109">
                  <c:v>3.8978381285745876</c:v>
                </c:pt>
                <c:pt idx="110">
                  <c:v>4.035597466021357</c:v>
                </c:pt>
                <c:pt idx="111">
                  <c:v>4.032606514353855</c:v>
                </c:pt>
                <c:pt idx="112">
                  <c:v>4.056693705604478</c:v>
                </c:pt>
                <c:pt idx="113">
                  <c:v>4.087798953835758</c:v>
                </c:pt>
                <c:pt idx="114">
                  <c:v>4.013574265209183</c:v>
                </c:pt>
                <c:pt idx="115">
                  <c:v>4.062418738105513</c:v>
                </c:pt>
                <c:pt idx="116">
                  <c:v>4.030980764642901</c:v>
                </c:pt>
                <c:pt idx="117">
                  <c:v>4.025806011918318</c:v>
                </c:pt>
                <c:pt idx="118">
                  <c:v>4.1023866795382435</c:v>
                </c:pt>
                <c:pt idx="119">
                  <c:v>3.883393705136624</c:v>
                </c:pt>
                <c:pt idx="120">
                  <c:v>3.8041296113009926</c:v>
                </c:pt>
                <c:pt idx="121">
                  <c:v>4.107145209421791</c:v>
                </c:pt>
                <c:pt idx="122">
                  <c:v>3.99022236947946</c:v>
                </c:pt>
                <c:pt idx="123">
                  <c:v>3.8302455684762977</c:v>
                </c:pt>
                <c:pt idx="124">
                  <c:v>4.18558077160376</c:v>
                </c:pt>
                <c:pt idx="125">
                  <c:v>4.039297497055605</c:v>
                </c:pt>
                <c:pt idx="126">
                  <c:v>3.8634613117377987</c:v>
                </c:pt>
                <c:pt idx="127">
                  <c:v>4.037116690833793</c:v>
                </c:pt>
                <c:pt idx="128">
                  <c:v>4.0904188917791116</c:v>
                </c:pt>
                <c:pt idx="129">
                  <c:v>3.8915131032063157</c:v>
                </c:pt>
                <c:pt idx="130">
                  <c:v>3.8895876038305404</c:v>
                </c:pt>
                <c:pt idx="131">
                  <c:v>4.102763681796545</c:v>
                </c:pt>
                <c:pt idx="132">
                  <c:v>4.017225359706932</c:v>
                </c:pt>
                <c:pt idx="133">
                  <c:v>3.9885481787881623</c:v>
                </c:pt>
                <c:pt idx="134">
                  <c:v>3.871935896991765</c:v>
                </c:pt>
                <c:pt idx="135">
                  <c:v>3.902287725103556</c:v>
                </c:pt>
                <c:pt idx="136">
                  <c:v>4.1293971043460695</c:v>
                </c:pt>
                <c:pt idx="137">
                  <c:v>4.071692295558301</c:v>
                </c:pt>
                <c:pt idx="138">
                  <c:v>3.9610167256609015</c:v>
                </c:pt>
                <c:pt idx="139">
                  <c:v>4.1971384231924524</c:v>
                </c:pt>
                <c:pt idx="140">
                  <c:v>3.7764864202921866</c:v>
                </c:pt>
                <c:pt idx="141">
                  <c:v>3.877764155261853</c:v>
                </c:pt>
                <c:pt idx="142">
                  <c:v>4.055053702355373</c:v>
                </c:pt>
                <c:pt idx="143">
                  <c:v>2.935090167416935</c:v>
                </c:pt>
                <c:pt idx="144">
                  <c:v>2.9859672687687</c:v>
                </c:pt>
                <c:pt idx="145">
                  <c:v>3.146100297359032</c:v>
                </c:pt>
                <c:pt idx="146">
                  <c:v>2.9887937390954633</c:v>
                </c:pt>
                <c:pt idx="147">
                  <c:v>2.9185515565386</c:v>
                </c:pt>
                <c:pt idx="148">
                  <c:v>3.186197659844019</c:v>
                </c:pt>
                <c:pt idx="149">
                  <c:v>3.0338926720390496</c:v>
                </c:pt>
                <c:pt idx="150">
                  <c:v>2.9754723839276633</c:v>
                </c:pt>
                <c:pt idx="151">
                  <c:v>2.907747283534361</c:v>
                </c:pt>
                <c:pt idx="152">
                  <c:v>3.0683104863029103</c:v>
                </c:pt>
                <c:pt idx="153">
                  <c:v>3.0220349982109465</c:v>
                </c:pt>
                <c:pt idx="154">
                  <c:v>2.8925279149343774</c:v>
                </c:pt>
                <c:pt idx="155">
                  <c:v>2.9998491682738253</c:v>
                </c:pt>
                <c:pt idx="156">
                  <c:v>3.133837950599174</c:v>
                </c:pt>
                <c:pt idx="157">
                  <c:v>3.2249157806315534</c:v>
                </c:pt>
                <c:pt idx="158">
                  <c:v>3.2379913703249144</c:v>
                </c:pt>
                <c:pt idx="159">
                  <c:v>3.093716081881233</c:v>
                </c:pt>
                <c:pt idx="160">
                  <c:v>2.904163094419745</c:v>
                </c:pt>
                <c:pt idx="161">
                  <c:v>3.244654933367019</c:v>
                </c:pt>
                <c:pt idx="162">
                  <c:v>2.9903004775050332</c:v>
                </c:pt>
                <c:pt idx="163">
                  <c:v>2.8860526392124526</c:v>
                </c:pt>
                <c:pt idx="164">
                  <c:v>3.040441599217704</c:v>
                </c:pt>
                <c:pt idx="165">
                  <c:v>2.847617209115019</c:v>
                </c:pt>
                <c:pt idx="166">
                  <c:v>3.1135457180858084</c:v>
                </c:pt>
                <c:pt idx="167">
                  <c:v>3.017932793404682</c:v>
                </c:pt>
                <c:pt idx="168">
                  <c:v>3.1006826923865844</c:v>
                </c:pt>
                <c:pt idx="169">
                  <c:v>2.947218538683245</c:v>
                </c:pt>
                <c:pt idx="170">
                  <c:v>2.970504781427739</c:v>
                </c:pt>
                <c:pt idx="171">
                  <c:v>2.9672250539556067</c:v>
                </c:pt>
                <c:pt idx="172">
                  <c:v>3.0784672909084985</c:v>
                </c:pt>
                <c:pt idx="173">
                  <c:v>2.92648799970549</c:v>
                </c:pt>
                <c:pt idx="174">
                  <c:v>2.9501375415915345</c:v>
                </c:pt>
                <c:pt idx="175">
                  <c:v>3.0684853029966566</c:v>
                </c:pt>
                <c:pt idx="176">
                  <c:v>2.9885320984783506</c:v>
                </c:pt>
                <c:pt idx="177">
                  <c:v>3.045067507424493</c:v>
                </c:pt>
                <c:pt idx="178">
                  <c:v>3.1235845275193137</c:v>
                </c:pt>
                <c:pt idx="179">
                  <c:v>3.0391244823424595</c:v>
                </c:pt>
                <c:pt idx="180">
                  <c:v>3.195746322820177</c:v>
                </c:pt>
                <c:pt idx="181">
                  <c:v>3.0022727310850663</c:v>
                </c:pt>
                <c:pt idx="182">
                  <c:v>3.006295137131254</c:v>
                </c:pt>
                <c:pt idx="183">
                  <c:v>3.059293061301924</c:v>
                </c:pt>
                <c:pt idx="184">
                  <c:v>3.2109639952497844</c:v>
                </c:pt>
                <c:pt idx="185">
                  <c:v>2.982862027316513</c:v>
                </c:pt>
                <c:pt idx="186">
                  <c:v>3.1062872215907906</c:v>
                </c:pt>
                <c:pt idx="187">
                  <c:v>2.9613775175447854</c:v>
                </c:pt>
                <c:pt idx="188">
                  <c:v>3.160533072662794</c:v>
                </c:pt>
                <c:pt idx="189">
                  <c:v>3.0707561378324066</c:v>
                </c:pt>
                <c:pt idx="190">
                  <c:v>3.0346705505375544</c:v>
                </c:pt>
                <c:pt idx="191">
                  <c:v>2.780253940816869</c:v>
                </c:pt>
                <c:pt idx="192">
                  <c:v>2.8349398731034166</c:v>
                </c:pt>
                <c:pt idx="193">
                  <c:v>3.1276105705518877</c:v>
                </c:pt>
                <c:pt idx="194">
                  <c:v>2.948186076984423</c:v>
                </c:pt>
                <c:pt idx="195">
                  <c:v>3.186096498416136</c:v>
                </c:pt>
                <c:pt idx="196">
                  <c:v>3.0112794546848476</c:v>
                </c:pt>
                <c:pt idx="197">
                  <c:v>2.9594850163914765</c:v>
                </c:pt>
                <c:pt idx="198">
                  <c:v>2.8985875407721164</c:v>
                </c:pt>
                <c:pt idx="199">
                  <c:v>3.13315611242906</c:v>
                </c:pt>
                <c:pt idx="200">
                  <c:v>2.9384500850078332</c:v>
                </c:pt>
                <c:pt idx="201">
                  <c:v>2.991506057119624</c:v>
                </c:pt>
                <c:pt idx="202">
                  <c:v>2.9703271386293166</c:v>
                </c:pt>
                <c:pt idx="203">
                  <c:v>3.112730927176424</c:v>
                </c:pt>
                <c:pt idx="204">
                  <c:v>2.8139298787062663</c:v>
                </c:pt>
                <c:pt idx="205">
                  <c:v>2.8548232287522826</c:v>
                </c:pt>
                <c:pt idx="206">
                  <c:v>3.0563811812473602</c:v>
                </c:pt>
                <c:pt idx="207">
                  <c:v>2.953318355269539</c:v>
                </c:pt>
                <c:pt idx="208">
                  <c:v>3.0410463989884216</c:v>
                </c:pt>
                <c:pt idx="209">
                  <c:v>3.016851104508213</c:v>
                </c:pt>
                <c:pt idx="210">
                  <c:v>2.9537825279565966</c:v>
                </c:pt>
                <c:pt idx="211">
                  <c:v>2.934761894137703</c:v>
                </c:pt>
                <c:pt idx="212">
                  <c:v>2.932532143886021</c:v>
                </c:pt>
                <c:pt idx="213">
                  <c:v>3.151059695397656</c:v>
                </c:pt>
                <c:pt idx="214">
                  <c:v>3.033135397900712</c:v>
                </c:pt>
                <c:pt idx="215">
                  <c:v>3.2296086907350188</c:v>
                </c:pt>
                <c:pt idx="216">
                  <c:v>3.133219096849368</c:v>
                </c:pt>
                <c:pt idx="217">
                  <c:v>3.026557679418003</c:v>
                </c:pt>
                <c:pt idx="218">
                  <c:v>2.967610651163996</c:v>
                </c:pt>
                <c:pt idx="219">
                  <c:v>3.062204391534296</c:v>
                </c:pt>
                <c:pt idx="220">
                  <c:v>2.8626038513207335</c:v>
                </c:pt>
                <c:pt idx="221">
                  <c:v>3.020880024300516</c:v>
                </c:pt>
                <c:pt idx="222">
                  <c:v>3.092138231159175</c:v>
                </c:pt>
                <c:pt idx="223">
                  <c:v>3.1650394871262852</c:v>
                </c:pt>
                <c:pt idx="224">
                  <c:v>2.9766251833661586</c:v>
                </c:pt>
                <c:pt idx="225">
                  <c:v>2.8121684038891295</c:v>
                </c:pt>
                <c:pt idx="226">
                  <c:v>3.0287553777678236</c:v>
                </c:pt>
                <c:pt idx="227">
                  <c:v>3.1176590952540875</c:v>
                </c:pt>
                <c:pt idx="228">
                  <c:v>2.8503243978917747</c:v>
                </c:pt>
                <c:pt idx="229">
                  <c:v>3.2537680853166133</c:v>
                </c:pt>
                <c:pt idx="230">
                  <c:v>2.9700632664499915</c:v>
                </c:pt>
                <c:pt idx="231">
                  <c:v>2.8711360090603635</c:v>
                </c:pt>
                <c:pt idx="232">
                  <c:v>3.0563639462568273</c:v>
                </c:pt>
                <c:pt idx="233">
                  <c:v>2.9079787756253195</c:v>
                </c:pt>
                <c:pt idx="234">
                  <c:v>2.9121526794154895</c:v>
                </c:pt>
                <c:pt idx="235">
                  <c:v>3.0375482748769205</c:v>
                </c:pt>
                <c:pt idx="236">
                  <c:v>3.044479572500659</c:v>
                </c:pt>
                <c:pt idx="237">
                  <c:v>3.0398660021188744</c:v>
                </c:pt>
                <c:pt idx="238">
                  <c:v>3.058284852562107</c:v>
                </c:pt>
                <c:pt idx="239">
                  <c:v>3.1078652169182157</c:v>
                </c:pt>
                <c:pt idx="240">
                  <c:v>3.1735074217640644</c:v>
                </c:pt>
                <c:pt idx="241">
                  <c:v>3.0146846453176854</c:v>
                </c:pt>
                <c:pt idx="242">
                  <c:v>3.0190115569105247</c:v>
                </c:pt>
                <c:pt idx="243">
                  <c:v>2.7555932937940013</c:v>
                </c:pt>
                <c:pt idx="244">
                  <c:v>3.0947133685722967</c:v>
                </c:pt>
                <c:pt idx="245">
                  <c:v>3.0288157384103163</c:v>
                </c:pt>
                <c:pt idx="246">
                  <c:v>2.8977663846289228</c:v>
                </c:pt>
                <c:pt idx="247">
                  <c:v>2.9618219151191747</c:v>
                </c:pt>
                <c:pt idx="248">
                  <c:v>3.023830718418533</c:v>
                </c:pt>
                <c:pt idx="249">
                  <c:v>3.0176391010393333</c:v>
                </c:pt>
                <c:pt idx="250">
                  <c:v>3.0434442894067355</c:v>
                </c:pt>
                <c:pt idx="251">
                  <c:v>2.842493727540211</c:v>
                </c:pt>
                <c:pt idx="252">
                  <c:v>2.996153768427095</c:v>
                </c:pt>
                <c:pt idx="253">
                  <c:v>3.071852110498068</c:v>
                </c:pt>
                <c:pt idx="254">
                  <c:v>3.022280670679304</c:v>
                </c:pt>
                <c:pt idx="255">
                  <c:v>3.0387944240005704</c:v>
                </c:pt>
                <c:pt idx="256">
                  <c:v>3.0023141890615435</c:v>
                </c:pt>
                <c:pt idx="257">
                  <c:v>3.0609357727759754</c:v>
                </c:pt>
                <c:pt idx="258">
                  <c:v>2.99337698768411</c:v>
                </c:pt>
                <c:pt idx="259">
                  <c:v>2.8229515986202522</c:v>
                </c:pt>
                <c:pt idx="260">
                  <c:v>2.918000352349775</c:v>
                </c:pt>
                <c:pt idx="261">
                  <c:v>3.0632880366059583</c:v>
                </c:pt>
                <c:pt idx="262">
                  <c:v>2.8677774961006692</c:v>
                </c:pt>
                <c:pt idx="263">
                  <c:v>2.785749547752891</c:v>
                </c:pt>
                <c:pt idx="264">
                  <c:v>3.1754027383426426</c:v>
                </c:pt>
                <c:pt idx="265">
                  <c:v>3.0312141878242245</c:v>
                </c:pt>
                <c:pt idx="266">
                  <c:v>3.0759290580661998</c:v>
                </c:pt>
                <c:pt idx="267">
                  <c:v>2.915526726634914</c:v>
                </c:pt>
                <c:pt idx="268">
                  <c:v>3.179800604304801</c:v>
                </c:pt>
                <c:pt idx="269">
                  <c:v>2.8346863550125185</c:v>
                </c:pt>
                <c:pt idx="270">
                  <c:v>3.1184690082650772</c:v>
                </c:pt>
                <c:pt idx="271">
                  <c:v>2.8158526814942677</c:v>
                </c:pt>
                <c:pt idx="272">
                  <c:v>3.122357221808581</c:v>
                </c:pt>
                <c:pt idx="273">
                  <c:v>2.9197894270888867</c:v>
                </c:pt>
                <c:pt idx="274">
                  <c:v>3.0180676082915676</c:v>
                </c:pt>
                <c:pt idx="275">
                  <c:v>2.961300301152851</c:v>
                </c:pt>
                <c:pt idx="276">
                  <c:v>3.1966471961791</c:v>
                </c:pt>
                <c:pt idx="277">
                  <c:v>3.1146862277663714</c:v>
                </c:pt>
                <c:pt idx="278">
                  <c:v>3.015774566830853</c:v>
                </c:pt>
                <c:pt idx="279">
                  <c:v>3.052155082733988</c:v>
                </c:pt>
                <c:pt idx="280">
                  <c:v>3.094988038342528</c:v>
                </c:pt>
                <c:pt idx="281">
                  <c:v>2.840287197154594</c:v>
                </c:pt>
                <c:pt idx="282">
                  <c:v>3.0298712664271723</c:v>
                </c:pt>
                <c:pt idx="283">
                  <c:v>3.12886033610845</c:v>
                </c:pt>
                <c:pt idx="284">
                  <c:v>2.7782955073970297</c:v>
                </c:pt>
                <c:pt idx="285">
                  <c:v>2.9734046814439483</c:v>
                </c:pt>
                <c:pt idx="286">
                  <c:v>2.2080885712929916</c:v>
                </c:pt>
                <c:pt idx="287">
                  <c:v>1.9434104543566921</c:v>
                </c:pt>
                <c:pt idx="288">
                  <c:v>2.090926147736742</c:v>
                </c:pt>
                <c:pt idx="289">
                  <c:v>1.9165441307689222</c:v>
                </c:pt>
                <c:pt idx="290">
                  <c:v>1.9127650942727414</c:v>
                </c:pt>
                <c:pt idx="291">
                  <c:v>2.001367894478988</c:v>
                </c:pt>
                <c:pt idx="292">
                  <c:v>1.8109635190610178</c:v>
                </c:pt>
                <c:pt idx="293">
                  <c:v>1.9589640040341985</c:v>
                </c:pt>
                <c:pt idx="294">
                  <c:v>1.9968000190289568</c:v>
                </c:pt>
                <c:pt idx="295">
                  <c:v>2.141139116904938</c:v>
                </c:pt>
                <c:pt idx="296">
                  <c:v>2.0217626963226825</c:v>
                </c:pt>
                <c:pt idx="297">
                  <c:v>1.9408611387346337</c:v>
                </c:pt>
                <c:pt idx="298">
                  <c:v>1.9382281197211357</c:v>
                </c:pt>
                <c:pt idx="299">
                  <c:v>1.9208922600854055</c:v>
                </c:pt>
                <c:pt idx="300">
                  <c:v>1.9204924370953393</c:v>
                </c:pt>
                <c:pt idx="301">
                  <c:v>1.8505258791815518</c:v>
                </c:pt>
                <c:pt idx="302">
                  <c:v>1.9438799635068793</c:v>
                </c:pt>
                <c:pt idx="303">
                  <c:v>2.0395436997520218</c:v>
                </c:pt>
                <c:pt idx="304">
                  <c:v>2.0788806375165527</c:v>
                </c:pt>
                <c:pt idx="305">
                  <c:v>1.9703688042927108</c:v>
                </c:pt>
                <c:pt idx="306">
                  <c:v>1.8874633691703961</c:v>
                </c:pt>
                <c:pt idx="307">
                  <c:v>2.0428347129689084</c:v>
                </c:pt>
                <c:pt idx="308">
                  <c:v>1.890083237775513</c:v>
                </c:pt>
                <c:pt idx="309">
                  <c:v>2.0398078704279445</c:v>
                </c:pt>
                <c:pt idx="310">
                  <c:v>2.009943272359562</c:v>
                </c:pt>
                <c:pt idx="311">
                  <c:v>1.9287766668382946</c:v>
                </c:pt>
                <c:pt idx="312">
                  <c:v>2.1596393765676702</c:v>
                </c:pt>
                <c:pt idx="313">
                  <c:v>2.0734092710214487</c:v>
                </c:pt>
                <c:pt idx="314">
                  <c:v>2.1126832209318582</c:v>
                </c:pt>
                <c:pt idx="315">
                  <c:v>1.9666791443805387</c:v>
                </c:pt>
                <c:pt idx="316">
                  <c:v>1.9680989209103217</c:v>
                </c:pt>
                <c:pt idx="317">
                  <c:v>2.0792113432720867</c:v>
                </c:pt>
                <c:pt idx="318">
                  <c:v>2.132574484605951</c:v>
                </c:pt>
                <c:pt idx="319">
                  <c:v>1.8639819897796737</c:v>
                </c:pt>
                <c:pt idx="320">
                  <c:v>1.9508731120871006</c:v>
                </c:pt>
                <c:pt idx="321">
                  <c:v>2.0326497796934486</c:v>
                </c:pt>
                <c:pt idx="322">
                  <c:v>1.8531143019593925</c:v>
                </c:pt>
                <c:pt idx="323">
                  <c:v>1.9258985117878074</c:v>
                </c:pt>
                <c:pt idx="324">
                  <c:v>2.049845420003107</c:v>
                </c:pt>
                <c:pt idx="325">
                  <c:v>2.0861976929360178</c:v>
                </c:pt>
                <c:pt idx="326">
                  <c:v>1.95839987359151</c:v>
                </c:pt>
                <c:pt idx="327">
                  <c:v>1.9476256150134668</c:v>
                </c:pt>
                <c:pt idx="328">
                  <c:v>1.912695805901053</c:v>
                </c:pt>
                <c:pt idx="329">
                  <c:v>1.9012463638127057</c:v>
                </c:pt>
                <c:pt idx="330">
                  <c:v>1.979381339039864</c:v>
                </c:pt>
                <c:pt idx="331">
                  <c:v>2.184459100724991</c:v>
                </c:pt>
                <c:pt idx="332">
                  <c:v>1.987583759309212</c:v>
                </c:pt>
                <c:pt idx="333">
                  <c:v>2.0105961498210796</c:v>
                </c:pt>
                <c:pt idx="334">
                  <c:v>2.1040085726214035</c:v>
                </c:pt>
                <c:pt idx="335">
                  <c:v>1.9702064180495371</c:v>
                </c:pt>
                <c:pt idx="336">
                  <c:v>1.9200174356755746</c:v>
                </c:pt>
                <c:pt idx="337">
                  <c:v>1.9139382210967633</c:v>
                </c:pt>
                <c:pt idx="338">
                  <c:v>1.9524110092483709</c:v>
                </c:pt>
                <c:pt idx="339">
                  <c:v>1.861302106921926</c:v>
                </c:pt>
                <c:pt idx="340">
                  <c:v>1.7935656769087114</c:v>
                </c:pt>
                <c:pt idx="341">
                  <c:v>2.0668862017763496</c:v>
                </c:pt>
                <c:pt idx="342">
                  <c:v>1.9829851213229215</c:v>
                </c:pt>
                <c:pt idx="343">
                  <c:v>2.0598737683405384</c:v>
                </c:pt>
                <c:pt idx="344">
                  <c:v>2.148457355667262</c:v>
                </c:pt>
                <c:pt idx="345">
                  <c:v>1.8677295182429858</c:v>
                </c:pt>
                <c:pt idx="346">
                  <c:v>2.0169657151202456</c:v>
                </c:pt>
                <c:pt idx="347">
                  <c:v>2.0832953650508963</c:v>
                </c:pt>
                <c:pt idx="348">
                  <c:v>1.9642965959441985</c:v>
                </c:pt>
                <c:pt idx="349">
                  <c:v>2.0179575600087998</c:v>
                </c:pt>
                <c:pt idx="350">
                  <c:v>2.138422874943961</c:v>
                </c:pt>
                <c:pt idx="351">
                  <c:v>1.8321271891654476</c:v>
                </c:pt>
                <c:pt idx="352">
                  <c:v>2.062088943648613</c:v>
                </c:pt>
                <c:pt idx="353">
                  <c:v>2.242592643393155</c:v>
                </c:pt>
                <c:pt idx="354">
                  <c:v>2.041796349383739</c:v>
                </c:pt>
                <c:pt idx="355">
                  <c:v>1.7921181040008125</c:v>
                </c:pt>
                <c:pt idx="356">
                  <c:v>1.8903678488305802</c:v>
                </c:pt>
                <c:pt idx="357">
                  <c:v>2.0180837946382995</c:v>
                </c:pt>
                <c:pt idx="358">
                  <c:v>1.8105442708893689</c:v>
                </c:pt>
                <c:pt idx="359">
                  <c:v>2.0224661515611206</c:v>
                </c:pt>
                <c:pt idx="360">
                  <c:v>2.1006188970828865</c:v>
                </c:pt>
                <c:pt idx="361">
                  <c:v>2.1411423230818327</c:v>
                </c:pt>
                <c:pt idx="362">
                  <c:v>2.0677263302950286</c:v>
                </c:pt>
                <c:pt idx="363">
                  <c:v>1.8303077281527336</c:v>
                </c:pt>
                <c:pt idx="364">
                  <c:v>1.8941815591239854</c:v>
                </c:pt>
                <c:pt idx="365">
                  <c:v>1.8529013642426528</c:v>
                </c:pt>
                <c:pt idx="366">
                  <c:v>1.9114098475776713</c:v>
                </c:pt>
                <c:pt idx="367">
                  <c:v>2.1524456372687206</c:v>
                </c:pt>
                <c:pt idx="368">
                  <c:v>2.2656848316978198</c:v>
                </c:pt>
                <c:pt idx="369">
                  <c:v>2.100603028263357</c:v>
                </c:pt>
                <c:pt idx="370">
                  <c:v>2.225449094931939</c:v>
                </c:pt>
                <c:pt idx="371">
                  <c:v>2.1564664063824117</c:v>
                </c:pt>
                <c:pt idx="372">
                  <c:v>1.854143632119502</c:v>
                </c:pt>
                <c:pt idx="373">
                  <c:v>1.836501755909798</c:v>
                </c:pt>
                <c:pt idx="374">
                  <c:v>2.116806118476957</c:v>
                </c:pt>
                <c:pt idx="375">
                  <c:v>2.190652316515096</c:v>
                </c:pt>
                <c:pt idx="376">
                  <c:v>1.8181975926033966</c:v>
                </c:pt>
                <c:pt idx="377">
                  <c:v>1.9542006915948678</c:v>
                </c:pt>
                <c:pt idx="378">
                  <c:v>2.0631043836252942</c:v>
                </c:pt>
                <c:pt idx="379">
                  <c:v>2.190687630081167</c:v>
                </c:pt>
                <c:pt idx="380">
                  <c:v>1.684683913191098</c:v>
                </c:pt>
                <c:pt idx="381">
                  <c:v>2.014011996841199</c:v>
                </c:pt>
                <c:pt idx="382">
                  <c:v>2.12962368571296</c:v>
                </c:pt>
                <c:pt idx="383">
                  <c:v>2.013893080374512</c:v>
                </c:pt>
                <c:pt idx="384">
                  <c:v>1.9966260077333098</c:v>
                </c:pt>
                <c:pt idx="385">
                  <c:v>1.8917333112649322</c:v>
                </c:pt>
                <c:pt idx="386">
                  <c:v>1.9764235349971464</c:v>
                </c:pt>
                <c:pt idx="387">
                  <c:v>2.0509257680098014</c:v>
                </c:pt>
                <c:pt idx="388">
                  <c:v>2.0248681290447412</c:v>
                </c:pt>
                <c:pt idx="389">
                  <c:v>1.9392465752010526</c:v>
                </c:pt>
                <c:pt idx="390">
                  <c:v>2.0907286639140508</c:v>
                </c:pt>
                <c:pt idx="391">
                  <c:v>1.8854004380941078</c:v>
                </c:pt>
                <c:pt idx="392">
                  <c:v>2.068531371605103</c:v>
                </c:pt>
                <c:pt idx="393">
                  <c:v>2.0743942823751613</c:v>
                </c:pt>
                <c:pt idx="394">
                  <c:v>1.9277581203546152</c:v>
                </c:pt>
                <c:pt idx="395">
                  <c:v>1.9640927023909287</c:v>
                </c:pt>
                <c:pt idx="396">
                  <c:v>1.9723581019725693</c:v>
                </c:pt>
                <c:pt idx="397">
                  <c:v>2.045288225176398</c:v>
                </c:pt>
                <c:pt idx="398">
                  <c:v>1.7782930018189764</c:v>
                </c:pt>
                <c:pt idx="399">
                  <c:v>2.107743089523398</c:v>
                </c:pt>
                <c:pt idx="400">
                  <c:v>1.982249476276506</c:v>
                </c:pt>
                <c:pt idx="401">
                  <c:v>2.092357772732028</c:v>
                </c:pt>
                <c:pt idx="402">
                  <c:v>1.9253804283238694</c:v>
                </c:pt>
                <c:pt idx="403">
                  <c:v>1.9800900730076747</c:v>
                </c:pt>
                <c:pt idx="404">
                  <c:v>1.9866806522273424</c:v>
                </c:pt>
                <c:pt idx="405">
                  <c:v>2.1110709372014433</c:v>
                </c:pt>
                <c:pt idx="406">
                  <c:v>1.9090020617968795</c:v>
                </c:pt>
                <c:pt idx="407">
                  <c:v>1.8655878547203584</c:v>
                </c:pt>
                <c:pt idx="408">
                  <c:v>2.0963473378115087</c:v>
                </c:pt>
                <c:pt idx="409">
                  <c:v>1.9868295739376514</c:v>
                </c:pt>
                <c:pt idx="410">
                  <c:v>2.0617119642547395</c:v>
                </c:pt>
                <c:pt idx="411">
                  <c:v>2.0729093176755957</c:v>
                </c:pt>
                <c:pt idx="412">
                  <c:v>1.8905510220385815</c:v>
                </c:pt>
                <c:pt idx="413">
                  <c:v>2.0529359357594967</c:v>
                </c:pt>
                <c:pt idx="414">
                  <c:v>1.9930837846624063</c:v>
                </c:pt>
                <c:pt idx="415">
                  <c:v>1.820882429751071</c:v>
                </c:pt>
                <c:pt idx="416">
                  <c:v>2.030255179926412</c:v>
                </c:pt>
                <c:pt idx="417">
                  <c:v>2.0144052014023863</c:v>
                </c:pt>
                <c:pt idx="418">
                  <c:v>2.152269180185454</c:v>
                </c:pt>
                <c:pt idx="419">
                  <c:v>1.9643462849420392</c:v>
                </c:pt>
                <c:pt idx="420">
                  <c:v>2.0872745357133486</c:v>
                </c:pt>
                <c:pt idx="421">
                  <c:v>1.9745382763626278</c:v>
                </c:pt>
                <c:pt idx="422">
                  <c:v>2.126618663878631</c:v>
                </c:pt>
                <c:pt idx="423">
                  <c:v>1.8286207477191756</c:v>
                </c:pt>
                <c:pt idx="424">
                  <c:v>1.9711483714420808</c:v>
                </c:pt>
                <c:pt idx="425">
                  <c:v>1.8888884966703559</c:v>
                </c:pt>
                <c:pt idx="426">
                  <c:v>1.9972043945837035</c:v>
                </c:pt>
                <c:pt idx="427">
                  <c:v>1.9954958996426144</c:v>
                </c:pt>
                <c:pt idx="428">
                  <c:v>2.038560861258735</c:v>
                </c:pt>
                <c:pt idx="429">
                  <c:v>1.1274906291069722</c:v>
                </c:pt>
                <c:pt idx="430">
                  <c:v>0.8890613312818063</c:v>
                </c:pt>
                <c:pt idx="431">
                  <c:v>0.9115023856396329</c:v>
                </c:pt>
                <c:pt idx="432">
                  <c:v>0.968611965385217</c:v>
                </c:pt>
                <c:pt idx="433">
                  <c:v>0.9553262867300685</c:v>
                </c:pt>
                <c:pt idx="434">
                  <c:v>1.1371119671939627</c:v>
                </c:pt>
                <c:pt idx="435">
                  <c:v>0.978066365123781</c:v>
                </c:pt>
                <c:pt idx="436">
                  <c:v>1.077333009465877</c:v>
                </c:pt>
                <c:pt idx="437">
                  <c:v>1.0962170481787872</c:v>
                </c:pt>
                <c:pt idx="438">
                  <c:v>0.9477563498872258</c:v>
                </c:pt>
                <c:pt idx="439">
                  <c:v>0.6799999999999999</c:v>
                </c:pt>
                <c:pt idx="440">
                  <c:v>1.0823286587011194</c:v>
                </c:pt>
                <c:pt idx="441">
                  <c:v>0.9274213513286332</c:v>
                </c:pt>
                <c:pt idx="442">
                  <c:v>0.983591639631716</c:v>
                </c:pt>
                <c:pt idx="443">
                  <c:v>0.9541680018844556</c:v>
                </c:pt>
                <c:pt idx="444">
                  <c:v>0.9568245440679899</c:v>
                </c:pt>
                <c:pt idx="445">
                  <c:v>0.9801172211014385</c:v>
                </c:pt>
                <c:pt idx="446">
                  <c:v>0.9322615743825798</c:v>
                </c:pt>
                <c:pt idx="447">
                  <c:v>0.855388354419726</c:v>
                </c:pt>
                <c:pt idx="448">
                  <c:v>0.9722812758876933</c:v>
                </c:pt>
                <c:pt idx="449">
                  <c:v>1.0426371594947195</c:v>
                </c:pt>
                <c:pt idx="450">
                  <c:v>0.951930797436995</c:v>
                </c:pt>
                <c:pt idx="451">
                  <c:v>1.1966913848605312</c:v>
                </c:pt>
                <c:pt idx="452">
                  <c:v>0.8821557351677976</c:v>
                </c:pt>
                <c:pt idx="453">
                  <c:v>0.8415949069665062</c:v>
                </c:pt>
                <c:pt idx="454">
                  <c:v>1.2234087917319154</c:v>
                </c:pt>
                <c:pt idx="455">
                  <c:v>1.0128515458702152</c:v>
                </c:pt>
                <c:pt idx="456">
                  <c:v>1.0312423747794666</c:v>
                </c:pt>
                <c:pt idx="457">
                  <c:v>0.9951183926218405</c:v>
                </c:pt>
                <c:pt idx="458">
                  <c:v>0.8321763564823346</c:v>
                </c:pt>
                <c:pt idx="459">
                  <c:v>0.8830922894958284</c:v>
                </c:pt>
                <c:pt idx="460">
                  <c:v>0.9060036097978554</c:v>
                </c:pt>
                <c:pt idx="461">
                  <c:v>0.8552831590646425</c:v>
                </c:pt>
                <c:pt idx="462">
                  <c:v>0.9673409878007523</c:v>
                </c:pt>
                <c:pt idx="463">
                  <c:v>0.8639569500703342</c:v>
                </c:pt>
                <c:pt idx="464">
                  <c:v>1.1689589451232028</c:v>
                </c:pt>
                <c:pt idx="465">
                  <c:v>1.2374444419295176</c:v>
                </c:pt>
                <c:pt idx="466">
                  <c:v>1.0188671609044317</c:v>
                </c:pt>
                <c:pt idx="467">
                  <c:v>1.011240793711005</c:v>
                </c:pt>
                <c:pt idx="468">
                  <c:v>0.9646213788638623</c:v>
                </c:pt>
                <c:pt idx="469">
                  <c:v>1.1660276241217442</c:v>
                </c:pt>
                <c:pt idx="470">
                  <c:v>0.8975467771273595</c:v>
                </c:pt>
                <c:pt idx="471">
                  <c:v>0.9453934540019008</c:v>
                </c:pt>
                <c:pt idx="472">
                  <c:v>0.9467635606324039</c:v>
                </c:pt>
                <c:pt idx="473">
                  <c:v>0.9911983075982131</c:v>
                </c:pt>
                <c:pt idx="474">
                  <c:v>0.8492298698609793</c:v>
                </c:pt>
                <c:pt idx="475">
                  <c:v>0.7954273220737567</c:v>
                </c:pt>
                <c:pt idx="476">
                  <c:v>1.02205374809394</c:v>
                </c:pt>
                <c:pt idx="477">
                  <c:v>0.8887111576772682</c:v>
                </c:pt>
                <c:pt idx="478">
                  <c:v>1.1234897778402535</c:v>
                </c:pt>
                <c:pt idx="479">
                  <c:v>1.1470857035025475</c:v>
                </c:pt>
                <c:pt idx="480">
                  <c:v>0.8483210744846925</c:v>
                </c:pt>
                <c:pt idx="481">
                  <c:v>1.0736213968015555</c:v>
                </c:pt>
                <c:pt idx="482">
                  <c:v>1.0819563380982113</c:v>
                </c:pt>
                <c:pt idx="483">
                  <c:v>0.8016119706613036</c:v>
                </c:pt>
                <c:pt idx="484">
                  <c:v>0.8743218798214625</c:v>
                </c:pt>
                <c:pt idx="485">
                  <c:v>0.9411596348031083</c:v>
                </c:pt>
                <c:pt idx="486">
                  <c:v>0.9041730081108027</c:v>
                </c:pt>
                <c:pt idx="487">
                  <c:v>1.0956395835728903</c:v>
                </c:pt>
                <c:pt idx="488">
                  <c:v>0.9731912708391546</c:v>
                </c:pt>
                <c:pt idx="489">
                  <c:v>0.926253714663676</c:v>
                </c:pt>
                <c:pt idx="490">
                  <c:v>1.1225508847463617</c:v>
                </c:pt>
                <c:pt idx="491">
                  <c:v>1.0049017134143985</c:v>
                </c:pt>
                <c:pt idx="492">
                  <c:v>1.0441789062614255</c:v>
                </c:pt>
                <c:pt idx="493">
                  <c:v>1.2200646343655266</c:v>
                </c:pt>
                <c:pt idx="494">
                  <c:v>1.1765571318542867</c:v>
                </c:pt>
                <c:pt idx="495">
                  <c:v>1.0688488990942897</c:v>
                </c:pt>
                <c:pt idx="496">
                  <c:v>1.1681528543721171</c:v>
                </c:pt>
                <c:pt idx="497">
                  <c:v>0.986012655330439</c:v>
                </c:pt>
                <c:pt idx="498">
                  <c:v>0.9710422469847058</c:v>
                </c:pt>
                <c:pt idx="499">
                  <c:v>1.0552246517497663</c:v>
                </c:pt>
                <c:pt idx="500">
                  <c:v>1.086254643891902</c:v>
                </c:pt>
                <c:pt idx="501">
                  <c:v>0.8168503014661899</c:v>
                </c:pt>
                <c:pt idx="502">
                  <c:v>1.2407985864283946</c:v>
                </c:pt>
                <c:pt idx="503">
                  <c:v>0.9910836313911332</c:v>
                </c:pt>
                <c:pt idx="504">
                  <c:v>1.0221935106415023</c:v>
                </c:pt>
                <c:pt idx="505">
                  <c:v>1.2104890034251887</c:v>
                </c:pt>
                <c:pt idx="506">
                  <c:v>0.9436319762381847</c:v>
                </c:pt>
                <c:pt idx="507">
                  <c:v>0.9960125367901311</c:v>
                </c:pt>
                <c:pt idx="508">
                  <c:v>0.9353813459358928</c:v>
                </c:pt>
                <c:pt idx="509">
                  <c:v>0.8515361716691925</c:v>
                </c:pt>
                <c:pt idx="510">
                  <c:v>1.2671228844189977</c:v>
                </c:pt>
                <c:pt idx="511">
                  <c:v>1.0879699178596363</c:v>
                </c:pt>
                <c:pt idx="512">
                  <c:v>0.8953966089787517</c:v>
                </c:pt>
                <c:pt idx="513">
                  <c:v>0.8584601045574359</c:v>
                </c:pt>
                <c:pt idx="514">
                  <c:v>0.9178191203238388</c:v>
                </c:pt>
                <c:pt idx="515">
                  <c:v>0.8285426140750373</c:v>
                </c:pt>
                <c:pt idx="516">
                  <c:v>1.0947218643413523</c:v>
                </c:pt>
                <c:pt idx="517">
                  <c:v>0.8859487474118606</c:v>
                </c:pt>
                <c:pt idx="518">
                  <c:v>1.0620826317647925</c:v>
                </c:pt>
                <c:pt idx="519">
                  <c:v>1.1781252306131018</c:v>
                </c:pt>
                <c:pt idx="520">
                  <c:v>1.011592705396385</c:v>
                </c:pt>
                <c:pt idx="521">
                  <c:v>1.0498386437336737</c:v>
                </c:pt>
                <c:pt idx="522">
                  <c:v>1.0646448971839266</c:v>
                </c:pt>
                <c:pt idx="523">
                  <c:v>0.8181649004422427</c:v>
                </c:pt>
                <c:pt idx="524">
                  <c:v>0.9087778077369948</c:v>
                </c:pt>
                <c:pt idx="525">
                  <c:v>1.106619823339804</c:v>
                </c:pt>
                <c:pt idx="526">
                  <c:v>0.890985740152762</c:v>
                </c:pt>
                <c:pt idx="527">
                  <c:v>0.9106867703726825</c:v>
                </c:pt>
                <c:pt idx="528">
                  <c:v>0.7983554978196241</c:v>
                </c:pt>
                <c:pt idx="529">
                  <c:v>1.1152805686659775</c:v>
                </c:pt>
                <c:pt idx="530">
                  <c:v>0.771680047341643</c:v>
                </c:pt>
                <c:pt idx="531">
                  <c:v>0.9527201297229314</c:v>
                </c:pt>
                <c:pt idx="532">
                  <c:v>1.1529088981506321</c:v>
                </c:pt>
                <c:pt idx="533">
                  <c:v>0.9768191565318244</c:v>
                </c:pt>
                <c:pt idx="534">
                  <c:v>1.0307455561356191</c:v>
                </c:pt>
                <c:pt idx="535">
                  <c:v>0.7127681867737767</c:v>
                </c:pt>
                <c:pt idx="536">
                  <c:v>0.9409239925271434</c:v>
                </c:pt>
                <c:pt idx="537">
                  <c:v>1.0176814967093066</c:v>
                </c:pt>
                <c:pt idx="538">
                  <c:v>1.0183111011205752</c:v>
                </c:pt>
                <c:pt idx="539">
                  <c:v>1.2153085591592092</c:v>
                </c:pt>
                <c:pt idx="540">
                  <c:v>1.0436855781845562</c:v>
                </c:pt>
                <c:pt idx="541">
                  <c:v>0.9882800851104411</c:v>
                </c:pt>
                <c:pt idx="542">
                  <c:v>0.8633843644892647</c:v>
                </c:pt>
                <c:pt idx="543">
                  <c:v>0.9599975102295137</c:v>
                </c:pt>
                <c:pt idx="544">
                  <c:v>1.1974873347880957</c:v>
                </c:pt>
                <c:pt idx="545">
                  <c:v>1.1612118154269</c:v>
                </c:pt>
                <c:pt idx="546">
                  <c:v>0.8216300889619457</c:v>
                </c:pt>
                <c:pt idx="547">
                  <c:v>0.7490692530486598</c:v>
                </c:pt>
                <c:pt idx="548">
                  <c:v>0.8928031873023022</c:v>
                </c:pt>
                <c:pt idx="549">
                  <c:v>1.0924188987834753</c:v>
                </c:pt>
                <c:pt idx="550">
                  <c:v>1.0591840836733801</c:v>
                </c:pt>
                <c:pt idx="551">
                  <c:v>1.081590468960052</c:v>
                </c:pt>
                <c:pt idx="552">
                  <c:v>1.2358453089175907</c:v>
                </c:pt>
                <c:pt idx="553">
                  <c:v>0.9696157529759883</c:v>
                </c:pt>
                <c:pt idx="554">
                  <c:v>1.0672662505409112</c:v>
                </c:pt>
                <c:pt idx="555">
                  <c:v>1.1510581637783064</c:v>
                </c:pt>
                <c:pt idx="556">
                  <c:v>0.9152527313170632</c:v>
                </c:pt>
                <c:pt idx="557">
                  <c:v>0.9882617104818628</c:v>
                </c:pt>
                <c:pt idx="558">
                  <c:v>1.1226977139754053</c:v>
                </c:pt>
                <c:pt idx="559">
                  <c:v>0.9639154626369874</c:v>
                </c:pt>
                <c:pt idx="560">
                  <c:v>0.9850155143959948</c:v>
                </c:pt>
                <c:pt idx="561">
                  <c:v>1.0718197939996927</c:v>
                </c:pt>
                <c:pt idx="562">
                  <c:v>0.972632188515974</c:v>
                </c:pt>
                <c:pt idx="563">
                  <c:v>0.9664777318233226</c:v>
                </c:pt>
                <c:pt idx="564">
                  <c:v>0.9246801781693936</c:v>
                </c:pt>
                <c:pt idx="565">
                  <c:v>1.1057486385113073</c:v>
                </c:pt>
                <c:pt idx="566">
                  <c:v>0.9876419291013129</c:v>
                </c:pt>
                <c:pt idx="567">
                  <c:v>0.9512476436354198</c:v>
                </c:pt>
                <c:pt idx="568">
                  <c:v>0.9429474481653971</c:v>
                </c:pt>
                <c:pt idx="569">
                  <c:v>1.0133990104252557</c:v>
                </c:pt>
                <c:pt idx="570">
                  <c:v>0.8217214992162843</c:v>
                </c:pt>
                <c:pt idx="571">
                  <c:v>0.9373316977519768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Sheet1!$B$1607</c:f>
              <c:strCache>
                <c:ptCount val="1"/>
                <c:pt idx="0">
                  <c:v>Mean</c:v>
                </c:pt>
              </c:strCache>
            </c:strRef>
          </c:tx>
          <c:spPr>
            <a:ln w="47625">
              <a:noFill/>
            </a:ln>
          </c:spPr>
          <c:marker>
            <c:symbol val="diamond"/>
            <c:size val="11"/>
            <c:spPr>
              <a:solidFill>
                <a:srgbClr val="0B0B0B"/>
              </a:solidFill>
              <a:ln w="15875">
                <a:solidFill>
                  <a:srgbClr val="FFFFFF"/>
                </a:solidFill>
              </a:ln>
            </c:spPr>
          </c:marker>
          <c:xVal>
            <c:numRef>
              <c:f>Sheet1!$A$1608:$A$1611</c:f>
              <c:numCache>
                <c:formatCode>General</c:formatCode>
                <c:ptCount val="4"/>
                <c:pt idx="0">
                  <c:v>1.5556402285000002</c:v>
                </c:pt>
                <c:pt idx="1">
                  <c:v>0.051357319500000005</c:v>
                </c:pt>
                <c:pt idx="2">
                  <c:v>0.3610193735</c:v>
                </c:pt>
                <c:pt idx="3">
                  <c:v>0.28712883150000007</c:v>
                </c:pt>
              </c:numCache>
            </c:numRef>
          </c:xVal>
          <c:yVal>
            <c:numRef>
              <c:f>Sheet1!$B$1608:$B$1611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Sheet1!$B$1613</c:f>
              <c:strCache>
                <c:ptCount val="1"/>
                <c:pt idx="0">
                  <c:v>Row labels</c:v>
                </c:pt>
              </c:strCache>
            </c:strRef>
          </c:tx>
          <c:spPr>
            <a:ln w="47625">
              <a:noFill/>
            </a:ln>
          </c:spPr>
          <c:marker>
            <c:symbol val="none"/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0B0B0B"/>
                        </a:solidFill>
                        <a:latin typeface="Calibri"/>
                      </a:rPr>
                      <a:t>Source evidence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0B0B0B"/>
                        </a:solidFill>
                        <a:latin typeface="Calibri"/>
                      </a:rPr>
                      <a:t>Sensor visibility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0B0B0B"/>
                        </a:solidFill>
                        <a:latin typeface="Calibri"/>
                      </a:rPr>
                      <a:t>Wind-error sensitivity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300" b="1">
                        <a:solidFill>
                          <a:srgbClr val="0B0B0B"/>
                        </a:solidFill>
                        <a:latin typeface="Calibri"/>
                      </a:rPr>
                      <a:t>Fit quality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Sheet1!$A$1614:$A$1617</c:f>
              <c:numCache>
                <c:formatCode>General</c:formatCode>
                <c:ptCount val="4"/>
                <c:pt idx="0">
                  <c:v>-6.781</c:v>
                </c:pt>
                <c:pt idx="1">
                  <c:v>-6.781</c:v>
                </c:pt>
                <c:pt idx="2">
                  <c:v>-6.781</c:v>
                </c:pt>
                <c:pt idx="3">
                  <c:v>-6.781</c:v>
                </c:pt>
              </c:numCache>
            </c:numRef>
          </c:xVal>
          <c:yVal>
            <c:numRef>
              <c:f>Sheet1!$B$1614:$B$1617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  <c:max val="4.6"/>
          <c:min val="0.4"/>
        </c:scaling>
        <c:delete val="0"/>
        <c:axPos val="l"/>
        <c:title>
          <c:tx>
            <c:rich>
              <a:bodyPr/>
              <a:lstStyle/>
              <a:p>
                <a:r>
                  <a:rPr sz="1300" b="0">
                    <a:solidFill>
                      <a:srgbClr val="52514E"/>
                    </a:solidFill>
                    <a:latin typeface="Calibri"/>
                  </a:rPr>
                  <a:t>per-scenario Shapley value (nats, log p of true cell)</a:t>
                </a:r>
              </a:p>
            </c:rich>
          </c:tx>
          <c:layout/>
          <c:overlay val="0"/>
        </c:title>
        <c:numFmt formatCode="0" sourceLinked="0"/>
        <c:majorTickMark val="out"/>
        <c:minorTickMark val="none"/>
        <c:tickLblPos val="none"/>
        <c:spPr>
          <a:ln>
            <a:solidFill>
              <a:srgbClr val="E1E0D9"/>
            </a:solidFill>
          </a:ln>
        </c:spPr>
        <c:txPr>
          <a:bodyPr/>
          <a:lstStyle/>
          <a:p>
            <a:pPr>
              <a:defRPr sz="1200">
                <a:solidFill>
                  <a:srgbClr val="52514E"/>
                </a:solidFill>
              </a:defRPr>
            </a:pPr>
          </a:p>
        </c:txPr>
        <c:crossAx val="-2128940872"/>
        <c:crosses val="autoZero"/>
        <c:crossBetween val="midCat"/>
        <c:majorUnit val="1"/>
      </c:valAx>
    </c:plotArea>
    <c:legend>
      <c:legendPos val="b"/>
      <c:legendEntry>
        <c:idx val="4"/>
        <c:delete val="1"/>
      </c:legendEntry>
      <c:layout/>
      <c:overlay val="0"/>
      <c:txPr>
        <a:bodyPr/>
        <a:lstStyle/>
        <a:p>
          <a:pPr>
            <a:defRPr sz="1200">
              <a:solidFill>
                <a:srgbClr val="52514E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11521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0B0B0B"/>
                </a:solidFill>
                <a:latin typeface="Calibri"/>
              </a:rPr>
              <a:t>Which physics map matters? Exact Shapley values over the four maps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713232"/>
            <a:ext cx="11521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898781"/>
                </a:solidFill>
                <a:latin typeface="Calibri"/>
              </a:rPr>
              <a:t>feature = one map, absent = zero baseline · value = log p(true cell) · all 16 coalitions enumerated per scenario · 2,000 seed-1 test scenarios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20040" y="1234440"/>
          <a:ext cx="5212080" cy="5074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760720" y="1234440"/>
          <a:ext cx="6126480" cy="5074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760720" y="6355080"/>
            <a:ext cx="6126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898781"/>
                </a:solidFill>
                <a:latin typeface="Calibri"/>
              </a:rPr>
              <a:t>colors bin mast count into 3 groups (a continuous colormap has no native PowerPoint scatter equivalent); 400/2000 scenarios plotted for editability (fixed seed 0); black diamonds are the FULL-sample mean, matching Panel A's Source-evidence row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6355080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898781"/>
                </a:solidFill>
                <a:latin typeface="Calibri"/>
              </a:rPr>
              <a:t>source: shap_map_contributions.csv · DeepSets / GNN / Set Transformer, ensr, seed 1 · every chart is native and fully editable (right-click → Edit Data)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
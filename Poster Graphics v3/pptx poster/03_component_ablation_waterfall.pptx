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_component_ablation_waterf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9922" y="228600"/>
            <a:ext cx="9591851" cy="5486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580644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>
                <a:solidFill>
                  <a:srgbClr val="52514E"/>
                </a:solidFill>
                <a:latin typeface="Calibri"/>
              </a:rPr>
              <a:t>DeepSets component ablation: the source-evidence map provides the largest single reduction in region radius (−21 m), and each added physics component contributes further — the maps carry complementary information.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
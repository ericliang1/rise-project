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E79"/>
                </a:solidFill>
              </a:defRPr>
            </a:pPr>
            <a:r>
              <a:t>Physics-Guided Head Adds &lt;0.25% Parameters Across All Architectures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0762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624328"/>
                <a:gridCol w="2624328"/>
                <a:gridCol w="2624328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DeepSets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GNN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Set Transformer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121"/>
                          </a:solidFill>
                        </a:rPr>
                        <a:t>Aggregation mechanism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shared MLP + mean/max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message passing, wind-aligned edges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attention (2× ISAB + PMA)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121"/>
                          </a:solidFill>
                        </a:rPr>
                        <a:t>Original network parameters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4,870,080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5,610,048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6,528,448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121"/>
                          </a:solidFill>
                        </a:rPr>
                        <a:t>Physics head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+10,433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+10,433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+10,433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121"/>
                          </a:solidFill>
                        </a:rPr>
                        <a:t>New network total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121"/>
                          </a:solidFill>
                        </a:rPr>
                        <a:t>4,880,513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121"/>
                          </a:solidFill>
                        </a:rPr>
                        <a:t>5,620,481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121"/>
                          </a:solidFill>
                        </a:rPr>
                        <a:t>6,538,881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121"/>
                          </a:solidFill>
                        </a:rPr>
                        <a:t>Parameter increase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2121"/>
                          </a:solidFill>
                        </a:rPr>
                        <a:t>+0.16%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
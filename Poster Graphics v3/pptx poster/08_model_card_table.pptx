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1F4E79"/>
                </a:solidFill>
              </a:defRPr>
            </a:pPr>
            <a:r>
              <a:t>Model Parameter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707624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624328"/>
                <a:gridCol w="2624328"/>
                <a:gridCol w="2624328"/>
              </a:tblGrid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DeepSets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GNN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Set Transformer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12121"/>
                          </a:solidFill>
                        </a:rPr>
                        <a:t>Aggregation mechanism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12121"/>
                          </a:solidFill>
                        </a:rPr>
                        <a:t>shared MLP + mean/max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12121"/>
                          </a:solidFill>
                        </a:rPr>
                        <a:t>message passing, wind-aligned edges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12121"/>
                          </a:solidFill>
                        </a:rPr>
                        <a:t>attention (2× ISAB + PMA)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12121"/>
                          </a:solidFill>
                        </a:rPr>
                        <a:t>Original network parameters</a:t>
                      </a:r>
                    </a:p>
                  </a:txBody>
                  <a:tcPr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12121"/>
                          </a:solidFill>
                        </a:rPr>
                        <a:t>4,870,080</a:t>
                      </a:r>
                    </a:p>
                  </a:txBody>
                  <a:tcPr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12121"/>
                          </a:solidFill>
                        </a:rPr>
                        <a:t>5,610,048</a:t>
                      </a:r>
                    </a:p>
                  </a:txBody>
                  <a:tcPr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12121"/>
                          </a:solidFill>
                        </a:rPr>
                        <a:t>6,528,448</a:t>
                      </a:r>
                    </a:p>
                  </a:txBody>
                  <a:tcPr>
                    <a:solidFill>
                      <a:srgbClr val="EBF1F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12121"/>
                          </a:solidFill>
                        </a:rPr>
                        <a:t>Physics head 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12121"/>
                          </a:solidFill>
                        </a:rPr>
                        <a:t>+10,433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12121"/>
                          </a:solidFill>
                        </a:rPr>
                        <a:t>+10,433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12121"/>
                          </a:solidFill>
                        </a:rPr>
                        <a:t>+10,433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12121"/>
                          </a:solidFill>
                        </a:rPr>
                        <a:t>New network total</a:t>
                      </a:r>
                    </a:p>
                  </a:txBody>
                  <a:tcPr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12121"/>
                          </a:solidFill>
                        </a:rPr>
                        <a:t>4,880,513</a:t>
                      </a:r>
                    </a:p>
                  </a:txBody>
                  <a:tcPr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12121"/>
                          </a:solidFill>
                        </a:rPr>
                        <a:t>5,620,481</a:t>
                      </a:r>
                    </a:p>
                  </a:txBody>
                  <a:tcPr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12121"/>
                          </a:solidFill>
                        </a:rPr>
                        <a:t>6,538,881</a:t>
                      </a:r>
                    </a:p>
                  </a:txBody>
                  <a:tcPr>
                    <a:solidFill>
                      <a:srgbClr val="EBF1F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12121"/>
                          </a:solidFill>
                        </a:rPr>
                        <a:t>Parameter increase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12121"/>
                          </a:solidFill>
                        </a:rPr>
                        <a:t>+0.21%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12121"/>
                          </a:solidFill>
                        </a:rPr>
                        <a:t>+0.19%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12121"/>
                          </a:solidFill>
                        </a:rPr>
                        <a:t>+0.16%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
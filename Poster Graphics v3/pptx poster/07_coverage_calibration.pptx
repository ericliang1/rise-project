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coverag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7" y="228600"/>
            <a:ext cx="8927781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The smaller regions are not bought with lost reliability: observed coverage stays at the nominal 90% guarantee for every model, training seed, and condition.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
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paired_effects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06354"/>
            <a:ext cx="11734495" cy="43308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806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Adding the physics-derived maps shrinks the guaranteed search region for every architecture (−24.6 m DeepSets, −5.2 m GNN, −10.7 m Set Transformer) and raises the share of scenarios localized within 50 m by 16–21 percentage points. Every 95% confidence interval excludes zero.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
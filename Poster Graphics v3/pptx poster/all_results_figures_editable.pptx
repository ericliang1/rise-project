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10.svg" ContentType="image/svg+xml"/>
  <Override PartName="/ppt/media/figure11.svg" ContentType="image/svg+xml"/>
  <Override PartName="/ppt/media/figure12.svg" ContentType="image/svg+xml"/>
  <Override PartName="/ppt/media/figure7.svg" ContentType="image/svg+xml"/>
  <Override PartName="/ppt/media/figure8.svg" ContentType="image/svg+xml"/>
  <Override PartName="/ppt/media/figur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figur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ure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figure1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figure1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figure1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ffects_forest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806354"/>
            <a:ext cx="11734495" cy="43308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Adding the physics-derived maps shrinks the guaranteed search region for every architecture (−24.6 m DeepSets, −5.2 m GNN, −10.7 m Set Transformer) and raises the share of scenarios localized within 50 m by 16–21 percentage points. Every 95% confidence interval excludes zero.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verage_calibrat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1957" y="228600"/>
            <a:ext cx="892778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The smaller regions are not bought with lost reliability: observed coverage stays at the nominal 90% guarantee for every model, training seed, and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radius_cdf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6221" y="228600"/>
            <a:ext cx="7019253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Physics-guided models (solid) sit left of their baselines (dashed) across the entire radius distribution, so the improvement covers easy and difficult scenarios alike. With the maps, 24% of scenarios reach the 50 m facility scale versus 5% without.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asts_curve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4690" y="228600"/>
            <a:ext cx="9302314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More sensor masts shrink the localization region, with the largest gains from four to six masts and diminishing returns beyond. At every sensor count, the physics-guided models produce smaller regions than their baselines.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mponent_ablation_waterfal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922" y="228600"/>
            <a:ext cx="959185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DeepSets component ablation: the source-evidence map provides the largest single reduction in region radius (−21 m), and each added physics component contributes further — the maps carry complementary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gion_shapes_8mast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593242"/>
            <a:ext cx="11734495" cy="4391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406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0B0B"/>
                </a:solidFill>
                <a:latin typeface="Calibri"/>
              </a:rPr>
              <a:t>The Region Shrinks Around the Source</a:t>
            </a:r>
          </a:p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One eight-mast scenario, same source for every panel: the physics-guided region (blue) is a fraction of the baseline region (orange) for all three models, and it still contains the true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
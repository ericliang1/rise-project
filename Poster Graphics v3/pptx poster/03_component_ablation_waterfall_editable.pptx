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5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component_ablation_waterfall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9922" y="228600"/>
            <a:ext cx="9591851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DeepSets component ablation: the source-evidence map provides the largest single reduction in region radius (−21 m), and each added physics component contributes further — the maps carry complementary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
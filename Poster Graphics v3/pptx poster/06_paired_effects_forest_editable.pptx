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figure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figure1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paired_effects_forest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806354"/>
            <a:ext cx="11734495" cy="43308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8064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2514E"/>
                </a:solidFill>
                <a:latin typeface="Calibri"/>
              </a:rPr>
              <a:t>Adding the physics-derived maps shrinks the guaranteed search region for every architecture (−24.6 m DeepSets, −5.2 m GNN, −10.7 m Set Transformer) and raises the share of scenarios localized within 50 m by 16–21 percentage points. Every 95% confidence interval excludes zero.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
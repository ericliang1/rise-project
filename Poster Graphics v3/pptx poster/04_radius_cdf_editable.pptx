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figur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figure3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radius_cdf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6221" y="228600"/>
            <a:ext cx="7019253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80644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2514E"/>
                </a:solidFill>
                <a:latin typeface="Calibri"/>
              </a:rPr>
              <a:t>Physics-guided models (solid) sit left of their baselines (dashed) across the entire radius distribution, so the improvement covers easy and difficult scenarios alike. With the maps, 24% of scenarios reach the 50 m facility scale versus 5% without.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
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ast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690" y="228600"/>
            <a:ext cx="9302314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More sensor masts shrink the localization region, with the largest gains from four to six masts and diminishing returns beyond. At every sensor count, the physics-guided models produce smaller regions than their baselines.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
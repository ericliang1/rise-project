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gion_shapes_8m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93242"/>
            <a:ext cx="11734495" cy="4391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406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0B0B"/>
                </a:solidFill>
                <a:latin typeface="Calibri"/>
              </a:rPr>
              <a:t>The Region Shrinks Around the Source</a:t>
            </a:r>
          </a:p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One eight-mast scenario, same source for every panel: the physics-guided region (blue) is a fraction of the baseline region (orange) for all three models, and it still contains the true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
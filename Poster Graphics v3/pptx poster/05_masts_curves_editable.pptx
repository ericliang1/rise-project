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figur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figure4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masts_curves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4690" y="228600"/>
            <a:ext cx="9302314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8064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2514E"/>
                </a:solidFill>
                <a:latin typeface="Calibri"/>
              </a:rPr>
              <a:t>More sensor masts shrink the localization region, with the largest gains from four to six masts and diminishing returns beyond. At every sensor count, the physics-guided models produce smaller regions than their baselines.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
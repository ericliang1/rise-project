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radius_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221" y="228600"/>
            <a:ext cx="7019253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Physics-guided models (solid) sit left of their baselines (dashed) across the entire radius distribution, so the improvement covers easy and difficult scenarios alike. With the maps, 24% of scenarios reach the 50 m facility scale versus 5% without.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
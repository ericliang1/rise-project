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0B0B0B"/>
                </a:solidFill>
                <a:latin typeface="Calibri"/>
              </a:rPr>
              <a:t>A. Mean absolute contribution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DeepSets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dLbls>
            <c:numFmt formatCode="0.00" sourceLinked="0"/>
            <c:txPr>
              <a:bodyPr/>
              <a:lstStyle/>
              <a:p>
                <a:pPr>
                  <a:defRPr sz="1100">
                    <a:solidFill>
                      <a:srgbClr val="52514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Wind-error sensitivity</c:v>
                </c:pt>
                <c:pt idx="1">
                  <c:v>Sensor visibility</c:v>
                </c:pt>
                <c:pt idx="2">
                  <c:v>Source evidence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0.34890056550000004</c:v>
                </c:pt>
                <c:pt idx="1">
                  <c:v>0.3813526405</c:v>
                </c:pt>
                <c:pt idx="2">
                  <c:v>0.8884261465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GNN</c:v>
                </c:pt>
              </c:strCache>
            </c:strRef>
          </c:tx>
          <c:spPr>
            <a:solidFill>
              <a:srgbClr val="C94040"/>
            </a:solidFill>
            <a:ln>
              <a:noFill/>
            </a:ln>
          </c:spPr>
          <c:dLbls>
            <c:numFmt formatCode="0.00" sourceLinked="0"/>
            <c:txPr>
              <a:bodyPr/>
              <a:lstStyle/>
              <a:p>
                <a:pPr>
                  <a:defRPr sz="1100">
                    <a:solidFill>
                      <a:srgbClr val="52514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Wind-error sensitivity</c:v>
                </c:pt>
                <c:pt idx="1">
                  <c:v>Sensor visibility</c:v>
                </c:pt>
                <c:pt idx="2">
                  <c:v>Source evidence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0.1803514625</c:v>
                </c:pt>
                <c:pt idx="1">
                  <c:v>0.1859116595</c:v>
                </c:pt>
                <c:pt idx="2">
                  <c:v>0.49990840050000007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Set Transformer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dLbls>
            <c:numFmt formatCode="0.00" sourceLinked="0"/>
            <c:txPr>
              <a:bodyPr/>
              <a:lstStyle/>
              <a:p>
                <a:pPr>
                  <a:defRPr sz="1100">
                    <a:solidFill>
                      <a:srgbClr val="52514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Wind-error sensitivity</c:v>
                </c:pt>
                <c:pt idx="1">
                  <c:v>Sensor visibility</c:v>
                </c:pt>
                <c:pt idx="2">
                  <c:v>Source evidence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0.300253188</c:v>
                </c:pt>
                <c:pt idx="1">
                  <c:v>0.3041755035</c:v>
                </c:pt>
                <c:pt idx="2">
                  <c:v>0.7091947955000001</c:v>
                </c:pt>
              </c:numCache>
            </c:numRef>
          </c:val>
        </c:ser>
        <c:gapWidth val="4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3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9525">
              <a:solidFill>
                <a:srgbClr val="E1E0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solidFill>
                      <a:srgbClr val="52514E"/>
                    </a:solidFill>
                    <a:latin typeface="Calibri"/>
                  </a:rPr>
                  <a:t>mean |Shapley value| (nats)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2514E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600" b="1">
                <a:solidFill>
                  <a:srgbClr val="0B0B0B"/>
                </a:solidFill>
                <a:latin typeface="Calibri"/>
              </a:rPr>
              <a:t>B. Per-scenario values — DeepSets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map value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noFill/>
              </a:ln>
            </c:spPr>
          </c:marker>
          <c:xVal>
            <c:numRef>
              <c:f>Sheet1!$A$2:$A$392</c:f>
              <c:numCache>
                <c:formatCode>General</c:formatCode>
                <c:ptCount val="391"/>
                <c:pt idx="0">
                  <c:v>0.001117</c:v>
                </c:pt>
                <c:pt idx="1">
                  <c:v>0.684835</c:v>
                </c:pt>
                <c:pt idx="2">
                  <c:v>0.029287</c:v>
                </c:pt>
                <c:pt idx="3">
                  <c:v>-0.002175</c:v>
                </c:pt>
                <c:pt idx="4">
                  <c:v>0.743447</c:v>
                </c:pt>
                <c:pt idx="5">
                  <c:v>-0.31801</c:v>
                </c:pt>
                <c:pt idx="6">
                  <c:v>0.056324</c:v>
                </c:pt>
                <c:pt idx="7">
                  <c:v>-0.022614</c:v>
                </c:pt>
                <c:pt idx="8">
                  <c:v>-0.061132</c:v>
                </c:pt>
                <c:pt idx="9">
                  <c:v>0.040474</c:v>
                </c:pt>
                <c:pt idx="10">
                  <c:v>0.409893</c:v>
                </c:pt>
                <c:pt idx="11">
                  <c:v>-0.025998</c:v>
                </c:pt>
                <c:pt idx="12">
                  <c:v>-0.069906</c:v>
                </c:pt>
                <c:pt idx="13">
                  <c:v>-0.215965</c:v>
                </c:pt>
                <c:pt idx="14">
                  <c:v>1.054949</c:v>
                </c:pt>
                <c:pt idx="15">
                  <c:v>-0.055225</c:v>
                </c:pt>
                <c:pt idx="16">
                  <c:v>0.74124</c:v>
                </c:pt>
                <c:pt idx="17">
                  <c:v>0.007657</c:v>
                </c:pt>
                <c:pt idx="18">
                  <c:v>0.385534</c:v>
                </c:pt>
                <c:pt idx="19">
                  <c:v>0.455398</c:v>
                </c:pt>
                <c:pt idx="20">
                  <c:v>0.734822</c:v>
                </c:pt>
                <c:pt idx="21">
                  <c:v>0.003621</c:v>
                </c:pt>
                <c:pt idx="22">
                  <c:v>-0.146737</c:v>
                </c:pt>
                <c:pt idx="23">
                  <c:v>0.136034</c:v>
                </c:pt>
                <c:pt idx="24">
                  <c:v>0.003315</c:v>
                </c:pt>
                <c:pt idx="25">
                  <c:v>0.050319</c:v>
                </c:pt>
                <c:pt idx="26">
                  <c:v>-0.011735</c:v>
                </c:pt>
                <c:pt idx="27">
                  <c:v>0.04861</c:v>
                </c:pt>
                <c:pt idx="28">
                  <c:v>-0.020388</c:v>
                </c:pt>
                <c:pt idx="29">
                  <c:v>0.722688</c:v>
                </c:pt>
                <c:pt idx="30">
                  <c:v>-0.069327</c:v>
                </c:pt>
                <c:pt idx="31">
                  <c:v>-0.076649</c:v>
                </c:pt>
                <c:pt idx="32">
                  <c:v>-0.01689</c:v>
                </c:pt>
                <c:pt idx="33">
                  <c:v>0.329988</c:v>
                </c:pt>
                <c:pt idx="34">
                  <c:v>0.23476</c:v>
                </c:pt>
                <c:pt idx="35">
                  <c:v>-0.005811</c:v>
                </c:pt>
                <c:pt idx="36">
                  <c:v>0.31321</c:v>
                </c:pt>
                <c:pt idx="37">
                  <c:v>0.327708</c:v>
                </c:pt>
                <c:pt idx="38">
                  <c:v>-0.00205</c:v>
                </c:pt>
                <c:pt idx="39">
                  <c:v>-0.130677</c:v>
                </c:pt>
                <c:pt idx="40">
                  <c:v>-0.013821</c:v>
                </c:pt>
                <c:pt idx="41">
                  <c:v>0.295461</c:v>
                </c:pt>
                <c:pt idx="42">
                  <c:v>-0.060954</c:v>
                </c:pt>
                <c:pt idx="43">
                  <c:v>0.145881</c:v>
                </c:pt>
                <c:pt idx="44">
                  <c:v>-0.522288</c:v>
                </c:pt>
                <c:pt idx="45">
                  <c:v>-0.019122</c:v>
                </c:pt>
                <c:pt idx="46">
                  <c:v>0.879471</c:v>
                </c:pt>
                <c:pt idx="47">
                  <c:v>0.333633</c:v>
                </c:pt>
                <c:pt idx="48">
                  <c:v>-0.031756</c:v>
                </c:pt>
                <c:pt idx="49">
                  <c:v>-0.066749</c:v>
                </c:pt>
                <c:pt idx="50">
                  <c:v>0.108315</c:v>
                </c:pt>
                <c:pt idx="51">
                  <c:v>-0.302417</c:v>
                </c:pt>
                <c:pt idx="52">
                  <c:v>0.895706</c:v>
                </c:pt>
                <c:pt idx="53">
                  <c:v>0.097019</c:v>
                </c:pt>
                <c:pt idx="54">
                  <c:v>-0.035946</c:v>
                </c:pt>
                <c:pt idx="55">
                  <c:v>0.03018</c:v>
                </c:pt>
                <c:pt idx="56">
                  <c:v>0.391254</c:v>
                </c:pt>
                <c:pt idx="57">
                  <c:v>-0.034589</c:v>
                </c:pt>
                <c:pt idx="58">
                  <c:v>0.026022</c:v>
                </c:pt>
                <c:pt idx="59">
                  <c:v>-0.195904</c:v>
                </c:pt>
                <c:pt idx="60">
                  <c:v>0.222004</c:v>
                </c:pt>
                <c:pt idx="61">
                  <c:v>-0.007251</c:v>
                </c:pt>
                <c:pt idx="62">
                  <c:v>0.027005</c:v>
                </c:pt>
                <c:pt idx="63">
                  <c:v>0.624719</c:v>
                </c:pt>
                <c:pt idx="64">
                  <c:v>0.275973</c:v>
                </c:pt>
                <c:pt idx="65">
                  <c:v>0.35222</c:v>
                </c:pt>
                <c:pt idx="66">
                  <c:v>0.566977</c:v>
                </c:pt>
                <c:pt idx="67">
                  <c:v>-0.068108</c:v>
                </c:pt>
                <c:pt idx="68">
                  <c:v>0.090799</c:v>
                </c:pt>
                <c:pt idx="69">
                  <c:v>0.023958</c:v>
                </c:pt>
                <c:pt idx="70">
                  <c:v>0.002366</c:v>
                </c:pt>
                <c:pt idx="71">
                  <c:v>-0.165472</c:v>
                </c:pt>
                <c:pt idx="72">
                  <c:v>0.033015</c:v>
                </c:pt>
                <c:pt idx="73">
                  <c:v>0.187961</c:v>
                </c:pt>
                <c:pt idx="74">
                  <c:v>-0.025332</c:v>
                </c:pt>
                <c:pt idx="75">
                  <c:v>-0.000204</c:v>
                </c:pt>
                <c:pt idx="76">
                  <c:v>-0.045189</c:v>
                </c:pt>
                <c:pt idx="77">
                  <c:v>0.358751</c:v>
                </c:pt>
                <c:pt idx="78">
                  <c:v>0.001147</c:v>
                </c:pt>
                <c:pt idx="79">
                  <c:v>0.25136</c:v>
                </c:pt>
                <c:pt idx="80">
                  <c:v>0.134803</c:v>
                </c:pt>
                <c:pt idx="81">
                  <c:v>-0.017081</c:v>
                </c:pt>
                <c:pt idx="82">
                  <c:v>0.052031</c:v>
                </c:pt>
                <c:pt idx="83">
                  <c:v>-0.007119</c:v>
                </c:pt>
                <c:pt idx="84">
                  <c:v>0.079799</c:v>
                </c:pt>
                <c:pt idx="85">
                  <c:v>0.080835</c:v>
                </c:pt>
                <c:pt idx="86">
                  <c:v>1.045837</c:v>
                </c:pt>
                <c:pt idx="87">
                  <c:v>0.009199</c:v>
                </c:pt>
                <c:pt idx="88">
                  <c:v>-0.014674</c:v>
                </c:pt>
                <c:pt idx="89">
                  <c:v>0.007938</c:v>
                </c:pt>
                <c:pt idx="90">
                  <c:v>-0.02229</c:v>
                </c:pt>
                <c:pt idx="91">
                  <c:v>0.580855</c:v>
                </c:pt>
                <c:pt idx="92">
                  <c:v>0.396718</c:v>
                </c:pt>
                <c:pt idx="93">
                  <c:v>0.260755</c:v>
                </c:pt>
                <c:pt idx="94">
                  <c:v>0.996766</c:v>
                </c:pt>
                <c:pt idx="95">
                  <c:v>0.672401</c:v>
                </c:pt>
                <c:pt idx="96">
                  <c:v>0.001974</c:v>
                </c:pt>
                <c:pt idx="97">
                  <c:v>-0.00738</c:v>
                </c:pt>
                <c:pt idx="98">
                  <c:v>0.552182</c:v>
                </c:pt>
                <c:pt idx="99">
                  <c:v>0.390025</c:v>
                </c:pt>
                <c:pt idx="100">
                  <c:v>0.618568</c:v>
                </c:pt>
                <c:pt idx="101">
                  <c:v>-0.007041</c:v>
                </c:pt>
                <c:pt idx="102">
                  <c:v>0.006411</c:v>
                </c:pt>
                <c:pt idx="103">
                  <c:v>-0.085923</c:v>
                </c:pt>
                <c:pt idx="104">
                  <c:v>0.034434</c:v>
                </c:pt>
                <c:pt idx="105">
                  <c:v>-0.057292</c:v>
                </c:pt>
                <c:pt idx="106">
                  <c:v>0.012814</c:v>
                </c:pt>
                <c:pt idx="107">
                  <c:v>-0.681842</c:v>
                </c:pt>
                <c:pt idx="108">
                  <c:v>0.106087</c:v>
                </c:pt>
                <c:pt idx="109">
                  <c:v>1.087115</c:v>
                </c:pt>
                <c:pt idx="110">
                  <c:v>-0.643627</c:v>
                </c:pt>
                <c:pt idx="111">
                  <c:v>0.045559</c:v>
                </c:pt>
                <c:pt idx="112">
                  <c:v>-0.002455</c:v>
                </c:pt>
                <c:pt idx="113">
                  <c:v>0.483586</c:v>
                </c:pt>
                <c:pt idx="114">
                  <c:v>-0.025999</c:v>
                </c:pt>
                <c:pt idx="115">
                  <c:v>0.933578</c:v>
                </c:pt>
                <c:pt idx="116">
                  <c:v>-0.073235</c:v>
                </c:pt>
                <c:pt idx="117">
                  <c:v>0.329751</c:v>
                </c:pt>
                <c:pt idx="118">
                  <c:v>-0.096223</c:v>
                </c:pt>
                <c:pt idx="119">
                  <c:v>0.025047</c:v>
                </c:pt>
                <c:pt idx="120">
                  <c:v>0.00492</c:v>
                </c:pt>
                <c:pt idx="121">
                  <c:v>0.423398</c:v>
                </c:pt>
                <c:pt idx="122">
                  <c:v>0.058281</c:v>
                </c:pt>
                <c:pt idx="123">
                  <c:v>1.528386</c:v>
                </c:pt>
                <c:pt idx="124">
                  <c:v>0.141228</c:v>
                </c:pt>
                <c:pt idx="125">
                  <c:v>0.324972</c:v>
                </c:pt>
                <c:pt idx="126">
                  <c:v>-0.051568</c:v>
                </c:pt>
                <c:pt idx="127">
                  <c:v>-0.081186</c:v>
                </c:pt>
                <c:pt idx="128">
                  <c:v>0.3808</c:v>
                </c:pt>
                <c:pt idx="129">
                  <c:v>-0.0781</c:v>
                </c:pt>
                <c:pt idx="130">
                  <c:v>-0.015421</c:v>
                </c:pt>
                <c:pt idx="131">
                  <c:v>0.072829</c:v>
                </c:pt>
                <c:pt idx="132">
                  <c:v>0.006014</c:v>
                </c:pt>
                <c:pt idx="133">
                  <c:v>0.117931</c:v>
                </c:pt>
                <c:pt idx="134">
                  <c:v>-0.016548</c:v>
                </c:pt>
                <c:pt idx="135">
                  <c:v>-0.018969</c:v>
                </c:pt>
                <c:pt idx="136">
                  <c:v>-0.131481</c:v>
                </c:pt>
                <c:pt idx="137">
                  <c:v>-1.008782</c:v>
                </c:pt>
                <c:pt idx="138">
                  <c:v>0.678617</c:v>
                </c:pt>
                <c:pt idx="139">
                  <c:v>-0.395237</c:v>
                </c:pt>
                <c:pt idx="140">
                  <c:v>0.365301</c:v>
                </c:pt>
                <c:pt idx="141">
                  <c:v>0.282512</c:v>
                </c:pt>
                <c:pt idx="142">
                  <c:v>-0.031294</c:v>
                </c:pt>
                <c:pt idx="143">
                  <c:v>-0.287073</c:v>
                </c:pt>
                <c:pt idx="144">
                  <c:v>0.11621</c:v>
                </c:pt>
                <c:pt idx="145">
                  <c:v>0.1224</c:v>
                </c:pt>
                <c:pt idx="146">
                  <c:v>-1.402851</c:v>
                </c:pt>
                <c:pt idx="147">
                  <c:v>0.032895</c:v>
                </c:pt>
                <c:pt idx="148">
                  <c:v>-0.530271</c:v>
                </c:pt>
                <c:pt idx="149">
                  <c:v>-0.382846</c:v>
                </c:pt>
                <c:pt idx="150">
                  <c:v>-2.428912</c:v>
                </c:pt>
                <c:pt idx="151">
                  <c:v>0.500186</c:v>
                </c:pt>
                <c:pt idx="152">
                  <c:v>0.342906</c:v>
                </c:pt>
                <c:pt idx="153">
                  <c:v>0.529595</c:v>
                </c:pt>
                <c:pt idx="154">
                  <c:v>0.0515</c:v>
                </c:pt>
                <c:pt idx="155">
                  <c:v>0.277063</c:v>
                </c:pt>
                <c:pt idx="156">
                  <c:v>-0.040166</c:v>
                </c:pt>
                <c:pt idx="157">
                  <c:v>0.265939</c:v>
                </c:pt>
                <c:pt idx="158">
                  <c:v>-1.508033</c:v>
                </c:pt>
                <c:pt idx="159">
                  <c:v>-0.10307</c:v>
                </c:pt>
                <c:pt idx="160">
                  <c:v>-0.18986</c:v>
                </c:pt>
                <c:pt idx="161">
                  <c:v>-0.205792</c:v>
                </c:pt>
                <c:pt idx="162">
                  <c:v>-0.245908</c:v>
                </c:pt>
                <c:pt idx="163">
                  <c:v>-0.260244</c:v>
                </c:pt>
                <c:pt idx="164">
                  <c:v>0.790581</c:v>
                </c:pt>
                <c:pt idx="165">
                  <c:v>-0.099179</c:v>
                </c:pt>
                <c:pt idx="166">
                  <c:v>0.401687</c:v>
                </c:pt>
                <c:pt idx="167">
                  <c:v>0.664643</c:v>
                </c:pt>
                <c:pt idx="168">
                  <c:v>-0.15919</c:v>
                </c:pt>
                <c:pt idx="169">
                  <c:v>0.014043</c:v>
                </c:pt>
                <c:pt idx="170">
                  <c:v>0.334084</c:v>
                </c:pt>
                <c:pt idx="171">
                  <c:v>0.274502</c:v>
                </c:pt>
                <c:pt idx="172">
                  <c:v>0.210387</c:v>
                </c:pt>
                <c:pt idx="173">
                  <c:v>-0.657572</c:v>
                </c:pt>
                <c:pt idx="174">
                  <c:v>0.319497</c:v>
                </c:pt>
                <c:pt idx="175">
                  <c:v>-0.186349</c:v>
                </c:pt>
                <c:pt idx="176">
                  <c:v>0.653669</c:v>
                </c:pt>
                <c:pt idx="177">
                  <c:v>0.669862</c:v>
                </c:pt>
                <c:pt idx="178">
                  <c:v>0.359359</c:v>
                </c:pt>
                <c:pt idx="179">
                  <c:v>-0.068143</c:v>
                </c:pt>
                <c:pt idx="180">
                  <c:v>0.389799</c:v>
                </c:pt>
                <c:pt idx="181">
                  <c:v>0.057673</c:v>
                </c:pt>
                <c:pt idx="182">
                  <c:v>0.714502</c:v>
                </c:pt>
                <c:pt idx="183">
                  <c:v>0.698314</c:v>
                </c:pt>
                <c:pt idx="184">
                  <c:v>0.474353</c:v>
                </c:pt>
                <c:pt idx="185">
                  <c:v>-0.301393</c:v>
                </c:pt>
                <c:pt idx="186">
                  <c:v>-0.085079</c:v>
                </c:pt>
                <c:pt idx="187">
                  <c:v>0.106482</c:v>
                </c:pt>
                <c:pt idx="188">
                  <c:v>0.517319</c:v>
                </c:pt>
                <c:pt idx="189">
                  <c:v>-0.312768</c:v>
                </c:pt>
                <c:pt idx="190">
                  <c:v>-1.405584</c:v>
                </c:pt>
                <c:pt idx="191">
                  <c:v>-0.548557</c:v>
                </c:pt>
                <c:pt idx="192">
                  <c:v>-0.295367</c:v>
                </c:pt>
                <c:pt idx="193">
                  <c:v>0.335148</c:v>
                </c:pt>
                <c:pt idx="194">
                  <c:v>0.233083</c:v>
                </c:pt>
                <c:pt idx="195">
                  <c:v>-0.4677</c:v>
                </c:pt>
                <c:pt idx="196">
                  <c:v>0.093051</c:v>
                </c:pt>
                <c:pt idx="197">
                  <c:v>0.190917</c:v>
                </c:pt>
                <c:pt idx="198">
                  <c:v>-0.596442</c:v>
                </c:pt>
                <c:pt idx="199">
                  <c:v>0.797997</c:v>
                </c:pt>
                <c:pt idx="200">
                  <c:v>0.421499</c:v>
                </c:pt>
                <c:pt idx="201">
                  <c:v>0.480297</c:v>
                </c:pt>
                <c:pt idx="202">
                  <c:v>-0.026495</c:v>
                </c:pt>
                <c:pt idx="203">
                  <c:v>0.003251</c:v>
                </c:pt>
                <c:pt idx="204">
                  <c:v>0.301919</c:v>
                </c:pt>
                <c:pt idx="205">
                  <c:v>-0.530852</c:v>
                </c:pt>
                <c:pt idx="206">
                  <c:v>0.465843</c:v>
                </c:pt>
                <c:pt idx="207">
                  <c:v>0.193402</c:v>
                </c:pt>
                <c:pt idx="208">
                  <c:v>0.021092</c:v>
                </c:pt>
                <c:pt idx="209">
                  <c:v>-0.447719</c:v>
                </c:pt>
                <c:pt idx="210">
                  <c:v>-0.202</c:v>
                </c:pt>
                <c:pt idx="211">
                  <c:v>0.393349</c:v>
                </c:pt>
                <c:pt idx="212">
                  <c:v>0.633693</c:v>
                </c:pt>
                <c:pt idx="213">
                  <c:v>0.011885</c:v>
                </c:pt>
                <c:pt idx="214">
                  <c:v>-0.274873</c:v>
                </c:pt>
                <c:pt idx="215">
                  <c:v>0.744594</c:v>
                </c:pt>
                <c:pt idx="216">
                  <c:v>-0.025543</c:v>
                </c:pt>
                <c:pt idx="217">
                  <c:v>0.389384</c:v>
                </c:pt>
                <c:pt idx="218">
                  <c:v>-0.511854</c:v>
                </c:pt>
                <c:pt idx="219">
                  <c:v>-0.214016</c:v>
                </c:pt>
                <c:pt idx="220">
                  <c:v>-0.006957</c:v>
                </c:pt>
                <c:pt idx="221">
                  <c:v>-0.014314</c:v>
                </c:pt>
                <c:pt idx="222">
                  <c:v>-0.245295</c:v>
                </c:pt>
                <c:pt idx="223">
                  <c:v>-0.73376</c:v>
                </c:pt>
                <c:pt idx="224">
                  <c:v>0.274379</c:v>
                </c:pt>
                <c:pt idx="225">
                  <c:v>0.893871</c:v>
                </c:pt>
                <c:pt idx="226">
                  <c:v>0.082879</c:v>
                </c:pt>
                <c:pt idx="227">
                  <c:v>-0.516764</c:v>
                </c:pt>
                <c:pt idx="228">
                  <c:v>0.494409</c:v>
                </c:pt>
                <c:pt idx="229">
                  <c:v>0.647683</c:v>
                </c:pt>
                <c:pt idx="230">
                  <c:v>-0.363644</c:v>
                </c:pt>
                <c:pt idx="231">
                  <c:v>0.036743</c:v>
                </c:pt>
                <c:pt idx="232">
                  <c:v>-0.381325</c:v>
                </c:pt>
                <c:pt idx="233">
                  <c:v>0.227192</c:v>
                </c:pt>
                <c:pt idx="234">
                  <c:v>0.166537</c:v>
                </c:pt>
                <c:pt idx="235">
                  <c:v>-0.545282</c:v>
                </c:pt>
                <c:pt idx="236">
                  <c:v>0.489649</c:v>
                </c:pt>
                <c:pt idx="237">
                  <c:v>0.05824</c:v>
                </c:pt>
                <c:pt idx="238">
                  <c:v>-0.064055</c:v>
                </c:pt>
                <c:pt idx="239">
                  <c:v>-1.299113</c:v>
                </c:pt>
                <c:pt idx="240">
                  <c:v>0.283684</c:v>
                </c:pt>
                <c:pt idx="241">
                  <c:v>-0.156594</c:v>
                </c:pt>
                <c:pt idx="242">
                  <c:v>0.513529</c:v>
                </c:pt>
                <c:pt idx="243">
                  <c:v>0.033879</c:v>
                </c:pt>
                <c:pt idx="244">
                  <c:v>-0.185042</c:v>
                </c:pt>
                <c:pt idx="245">
                  <c:v>0.557068</c:v>
                </c:pt>
                <c:pt idx="246">
                  <c:v>0.118536</c:v>
                </c:pt>
                <c:pt idx="247">
                  <c:v>-0.56864</c:v>
                </c:pt>
                <c:pt idx="248">
                  <c:v>-0.484827</c:v>
                </c:pt>
                <c:pt idx="249">
                  <c:v>-0.003294</c:v>
                </c:pt>
                <c:pt idx="250">
                  <c:v>0.44978</c:v>
                </c:pt>
                <c:pt idx="251">
                  <c:v>0.240891</c:v>
                </c:pt>
                <c:pt idx="252">
                  <c:v>0.191079</c:v>
                </c:pt>
                <c:pt idx="253">
                  <c:v>-0.095989</c:v>
                </c:pt>
                <c:pt idx="254">
                  <c:v>0.166167</c:v>
                </c:pt>
                <c:pt idx="255">
                  <c:v>0.358202</c:v>
                </c:pt>
                <c:pt idx="256">
                  <c:v>0.042425</c:v>
                </c:pt>
                <c:pt idx="257">
                  <c:v>0.012024</c:v>
                </c:pt>
                <c:pt idx="258">
                  <c:v>-0.147985</c:v>
                </c:pt>
                <c:pt idx="259">
                  <c:v>0.003939</c:v>
                </c:pt>
                <c:pt idx="260">
                  <c:v>-0.084406</c:v>
                </c:pt>
                <c:pt idx="261">
                  <c:v>-0.034758</c:v>
                </c:pt>
                <c:pt idx="262">
                  <c:v>-0.12852</c:v>
                </c:pt>
                <c:pt idx="263">
                  <c:v>0.096665</c:v>
                </c:pt>
                <c:pt idx="264">
                  <c:v>0.310432</c:v>
                </c:pt>
                <c:pt idx="265">
                  <c:v>-0.027434</c:v>
                </c:pt>
                <c:pt idx="266">
                  <c:v>-0.057426</c:v>
                </c:pt>
                <c:pt idx="267">
                  <c:v>-0.046187</c:v>
                </c:pt>
                <c:pt idx="268">
                  <c:v>0.139895</c:v>
                </c:pt>
                <c:pt idx="269">
                  <c:v>-0.103466</c:v>
                </c:pt>
                <c:pt idx="270">
                  <c:v>0.007259</c:v>
                </c:pt>
                <c:pt idx="271">
                  <c:v>0.18532</c:v>
                </c:pt>
                <c:pt idx="272">
                  <c:v>0.055567</c:v>
                </c:pt>
                <c:pt idx="273">
                  <c:v>0.008082</c:v>
                </c:pt>
                <c:pt idx="274">
                  <c:v>0.136611</c:v>
                </c:pt>
                <c:pt idx="275">
                  <c:v>-0.044775</c:v>
                </c:pt>
                <c:pt idx="276">
                  <c:v>-0.148245</c:v>
                </c:pt>
                <c:pt idx="277">
                  <c:v>0.178731</c:v>
                </c:pt>
                <c:pt idx="278">
                  <c:v>0.076137</c:v>
                </c:pt>
                <c:pt idx="279">
                  <c:v>-0.082588</c:v>
                </c:pt>
                <c:pt idx="280">
                  <c:v>0.22537</c:v>
                </c:pt>
                <c:pt idx="281">
                  <c:v>0.44067</c:v>
                </c:pt>
                <c:pt idx="282">
                  <c:v>-0.047086</c:v>
                </c:pt>
                <c:pt idx="283">
                  <c:v>-0.057083</c:v>
                </c:pt>
                <c:pt idx="284">
                  <c:v>-0.129513</c:v>
                </c:pt>
                <c:pt idx="285">
                  <c:v>-0.0459</c:v>
                </c:pt>
                <c:pt idx="286">
                  <c:v>-0.093862</c:v>
                </c:pt>
                <c:pt idx="287">
                  <c:v>0.026282</c:v>
                </c:pt>
                <c:pt idx="288">
                  <c:v>-0.001245</c:v>
                </c:pt>
                <c:pt idx="289">
                  <c:v>-0.017935</c:v>
                </c:pt>
                <c:pt idx="290">
                  <c:v>0.062224</c:v>
                </c:pt>
                <c:pt idx="291">
                  <c:v>-0.107114</c:v>
                </c:pt>
                <c:pt idx="292">
                  <c:v>-0.083564</c:v>
                </c:pt>
                <c:pt idx="293">
                  <c:v>-0.011207</c:v>
                </c:pt>
                <c:pt idx="294">
                  <c:v>-0.086092</c:v>
                </c:pt>
                <c:pt idx="295">
                  <c:v>0.011548</c:v>
                </c:pt>
                <c:pt idx="296">
                  <c:v>0.027593</c:v>
                </c:pt>
                <c:pt idx="297">
                  <c:v>-0.106336</c:v>
                </c:pt>
                <c:pt idx="298">
                  <c:v>0.016242</c:v>
                </c:pt>
                <c:pt idx="299">
                  <c:v>0.288554</c:v>
                </c:pt>
                <c:pt idx="300">
                  <c:v>1.000462</c:v>
                </c:pt>
                <c:pt idx="301">
                  <c:v>-0.04387</c:v>
                </c:pt>
                <c:pt idx="302">
                  <c:v>0.028803</c:v>
                </c:pt>
                <c:pt idx="303">
                  <c:v>0.165574</c:v>
                </c:pt>
                <c:pt idx="304">
                  <c:v>-0.049683</c:v>
                </c:pt>
                <c:pt idx="305">
                  <c:v>0.244453</c:v>
                </c:pt>
                <c:pt idx="306">
                  <c:v>0.049266</c:v>
                </c:pt>
                <c:pt idx="307">
                  <c:v>-0.089973</c:v>
                </c:pt>
                <c:pt idx="308">
                  <c:v>0.195565</c:v>
                </c:pt>
                <c:pt idx="309">
                  <c:v>-0.043583</c:v>
                </c:pt>
                <c:pt idx="310">
                  <c:v>0.168147</c:v>
                </c:pt>
                <c:pt idx="311">
                  <c:v>0.112408</c:v>
                </c:pt>
                <c:pt idx="312">
                  <c:v>0.058978</c:v>
                </c:pt>
                <c:pt idx="313">
                  <c:v>-0.039853</c:v>
                </c:pt>
                <c:pt idx="314">
                  <c:v>0.173169</c:v>
                </c:pt>
                <c:pt idx="315">
                  <c:v>-0.122215</c:v>
                </c:pt>
                <c:pt idx="316">
                  <c:v>-0.094831</c:v>
                </c:pt>
                <c:pt idx="317">
                  <c:v>0.034331</c:v>
                </c:pt>
                <c:pt idx="318">
                  <c:v>-0.349152</c:v>
                </c:pt>
                <c:pt idx="319">
                  <c:v>-0.018987</c:v>
                </c:pt>
                <c:pt idx="320">
                  <c:v>0.005675</c:v>
                </c:pt>
                <c:pt idx="321">
                  <c:v>0.025523</c:v>
                </c:pt>
                <c:pt idx="322">
                  <c:v>-0.089581</c:v>
                </c:pt>
                <c:pt idx="323">
                  <c:v>-0.142537</c:v>
                </c:pt>
                <c:pt idx="324">
                  <c:v>0.018593</c:v>
                </c:pt>
                <c:pt idx="325">
                  <c:v>0.131461</c:v>
                </c:pt>
                <c:pt idx="326">
                  <c:v>-0.069359</c:v>
                </c:pt>
                <c:pt idx="327">
                  <c:v>-0.023318</c:v>
                </c:pt>
                <c:pt idx="328">
                  <c:v>-0.142752</c:v>
                </c:pt>
                <c:pt idx="329">
                  <c:v>0.00264</c:v>
                </c:pt>
                <c:pt idx="330">
                  <c:v>0.092469</c:v>
                </c:pt>
                <c:pt idx="331">
                  <c:v>-0.132093</c:v>
                </c:pt>
                <c:pt idx="332">
                  <c:v>0.005092</c:v>
                </c:pt>
                <c:pt idx="333">
                  <c:v>0.008995</c:v>
                </c:pt>
                <c:pt idx="334">
                  <c:v>-0.105942</c:v>
                </c:pt>
                <c:pt idx="335">
                  <c:v>-0.019666</c:v>
                </c:pt>
                <c:pt idx="336">
                  <c:v>0.533567</c:v>
                </c:pt>
                <c:pt idx="337">
                  <c:v>0.01187</c:v>
                </c:pt>
                <c:pt idx="338">
                  <c:v>0.00975</c:v>
                </c:pt>
                <c:pt idx="339">
                  <c:v>-0.09594</c:v>
                </c:pt>
                <c:pt idx="340">
                  <c:v>0.001826</c:v>
                </c:pt>
                <c:pt idx="341">
                  <c:v>-0.029916</c:v>
                </c:pt>
                <c:pt idx="342">
                  <c:v>-0.388839</c:v>
                </c:pt>
                <c:pt idx="343">
                  <c:v>0.223673</c:v>
                </c:pt>
                <c:pt idx="344">
                  <c:v>-0.10573</c:v>
                </c:pt>
                <c:pt idx="345">
                  <c:v>-0.092498</c:v>
                </c:pt>
                <c:pt idx="346">
                  <c:v>-0.040053</c:v>
                </c:pt>
                <c:pt idx="347">
                  <c:v>-0.039339</c:v>
                </c:pt>
                <c:pt idx="348">
                  <c:v>-0.089725</c:v>
                </c:pt>
                <c:pt idx="349">
                  <c:v>0.011946</c:v>
                </c:pt>
                <c:pt idx="350">
                  <c:v>0.181145</c:v>
                </c:pt>
                <c:pt idx="351">
                  <c:v>-0.064899</c:v>
                </c:pt>
                <c:pt idx="352">
                  <c:v>-0.027485</c:v>
                </c:pt>
                <c:pt idx="353">
                  <c:v>0.264138</c:v>
                </c:pt>
                <c:pt idx="354">
                  <c:v>0.006689</c:v>
                </c:pt>
                <c:pt idx="355">
                  <c:v>-0.090242</c:v>
                </c:pt>
                <c:pt idx="356">
                  <c:v>0.06871</c:v>
                </c:pt>
                <c:pt idx="357">
                  <c:v>-0.026768</c:v>
                </c:pt>
                <c:pt idx="358">
                  <c:v>-0.168994</c:v>
                </c:pt>
                <c:pt idx="359">
                  <c:v>0.401076</c:v>
                </c:pt>
                <c:pt idx="360">
                  <c:v>-0.085632</c:v>
                </c:pt>
                <c:pt idx="361">
                  <c:v>-0.037676</c:v>
                </c:pt>
                <c:pt idx="362">
                  <c:v>0.236246</c:v>
                </c:pt>
                <c:pt idx="363">
                  <c:v>-0.049894</c:v>
                </c:pt>
                <c:pt idx="364">
                  <c:v>0.141517</c:v>
                </c:pt>
                <c:pt idx="365">
                  <c:v>-0.08288</c:v>
                </c:pt>
                <c:pt idx="366">
                  <c:v>0.022766</c:v>
                </c:pt>
                <c:pt idx="367">
                  <c:v>-0.12488</c:v>
                </c:pt>
                <c:pt idx="368">
                  <c:v>0.000886</c:v>
                </c:pt>
                <c:pt idx="369">
                  <c:v>0.018891</c:v>
                </c:pt>
                <c:pt idx="370">
                  <c:v>-0.187412</c:v>
                </c:pt>
                <c:pt idx="371">
                  <c:v>0.038736</c:v>
                </c:pt>
                <c:pt idx="372">
                  <c:v>0.046145</c:v>
                </c:pt>
                <c:pt idx="373">
                  <c:v>0.292688</c:v>
                </c:pt>
                <c:pt idx="374">
                  <c:v>0.009511</c:v>
                </c:pt>
                <c:pt idx="375">
                  <c:v>-0.045346</c:v>
                </c:pt>
                <c:pt idx="376">
                  <c:v>0.075935</c:v>
                </c:pt>
                <c:pt idx="377">
                  <c:v>0.476582</c:v>
                </c:pt>
                <c:pt idx="378">
                  <c:v>0.068487</c:v>
                </c:pt>
                <c:pt idx="379">
                  <c:v>-0.066874</c:v>
                </c:pt>
                <c:pt idx="380">
                  <c:v>0.020091</c:v>
                </c:pt>
                <c:pt idx="381">
                  <c:v>-0.181836</c:v>
                </c:pt>
                <c:pt idx="382">
                  <c:v>0.135624</c:v>
                </c:pt>
                <c:pt idx="383">
                  <c:v>0.06727</c:v>
                </c:pt>
                <c:pt idx="384">
                  <c:v>-0.131779</c:v>
                </c:pt>
                <c:pt idx="385">
                  <c:v>-0.006003</c:v>
                </c:pt>
                <c:pt idx="386">
                  <c:v>-0.096637</c:v>
                </c:pt>
                <c:pt idx="387">
                  <c:v>-0.006029</c:v>
                </c:pt>
                <c:pt idx="388">
                  <c:v>0.004151</c:v>
                </c:pt>
                <c:pt idx="389">
                  <c:v>-0.007349</c:v>
                </c:pt>
                <c:pt idx="390">
                  <c:v>-0.025635</c:v>
                </c:pt>
              </c:numCache>
            </c:numRef>
          </c:xVal>
          <c:yVal>
            <c:numRef>
              <c:f>Sheet1!$B$2:$B$392</c:f>
              <c:numCache>
                <c:formatCode>General</c:formatCode>
                <c:ptCount val="391"/>
                <c:pt idx="0">
                  <c:v>3.0045458577281967</c:v>
                </c:pt>
                <c:pt idx="1">
                  <c:v>3.0386661077102324</c:v>
                </c:pt>
                <c:pt idx="2">
                  <c:v>2.9824852489094074</c:v>
                </c:pt>
                <c:pt idx="3">
                  <c:v>3.1642774259742836</c:v>
                </c:pt>
                <c:pt idx="4">
                  <c:v>2.927231917600326</c:v>
                </c:pt>
                <c:pt idx="5">
                  <c:v>3.113459839335642</c:v>
                </c:pt>
                <c:pt idx="6">
                  <c:v>2.8591566660813967</c:v>
                </c:pt>
                <c:pt idx="7">
                  <c:v>2.92156250954348</c:v>
                </c:pt>
                <c:pt idx="8">
                  <c:v>2.9360195079949545</c:v>
                </c:pt>
                <c:pt idx="9">
                  <c:v>2.8430548763911294</c:v>
                </c:pt>
                <c:pt idx="10">
                  <c:v>3.0095281189287397</c:v>
                </c:pt>
                <c:pt idx="11">
                  <c:v>2.787154439972932</c:v>
                </c:pt>
                <c:pt idx="12">
                  <c:v>2.9736069661616162</c:v>
                </c:pt>
                <c:pt idx="13">
                  <c:v>2.893976034619461</c:v>
                </c:pt>
                <c:pt idx="14">
                  <c:v>2.9086172847460228</c:v>
                </c:pt>
                <c:pt idx="15">
                  <c:v>2.88970472710639</c:v>
                </c:pt>
                <c:pt idx="16">
                  <c:v>3.006090147240491</c:v>
                </c:pt>
                <c:pt idx="17">
                  <c:v>3.039446887441432</c:v>
                </c:pt>
                <c:pt idx="18">
                  <c:v>2.831799783757871</c:v>
                </c:pt>
                <c:pt idx="19">
                  <c:v>2.8934086326165973</c:v>
                </c:pt>
                <c:pt idx="20">
                  <c:v>3.080767235580391</c:v>
                </c:pt>
                <c:pt idx="21">
                  <c:v>3.009796164261314</c:v>
                </c:pt>
                <c:pt idx="22">
                  <c:v>3.039875274911015</c:v>
                </c:pt>
                <c:pt idx="23">
                  <c:v>3.101178798662149</c:v>
                </c:pt>
                <c:pt idx="24">
                  <c:v>3.1116859695571915</c:v>
                </c:pt>
                <c:pt idx="25">
                  <c:v>2.9828539222873895</c:v>
                </c:pt>
                <c:pt idx="26">
                  <c:v>3.0598908611623497</c:v>
                </c:pt>
                <c:pt idx="27">
                  <c:v>2.9464562668127887</c:v>
                </c:pt>
                <c:pt idx="28">
                  <c:v>2.985320328560902</c:v>
                </c:pt>
                <c:pt idx="29">
                  <c:v>2.811521661823926</c:v>
                </c:pt>
                <c:pt idx="30">
                  <c:v>3.1995384175282027</c:v>
                </c:pt>
                <c:pt idx="31">
                  <c:v>3.0309618212849685</c:v>
                </c:pt>
                <c:pt idx="32">
                  <c:v>2.993622639992334</c:v>
                </c:pt>
                <c:pt idx="33">
                  <c:v>2.978430763017369</c:v>
                </c:pt>
                <c:pt idx="34">
                  <c:v>2.9834342201803556</c:v>
                </c:pt>
                <c:pt idx="35">
                  <c:v>3.011698096624789</c:v>
                </c:pt>
                <c:pt idx="36">
                  <c:v>3.1434959071927078</c:v>
                </c:pt>
                <c:pt idx="37">
                  <c:v>2.9655490883917133</c:v>
                </c:pt>
                <c:pt idx="38">
                  <c:v>2.9374949598264375</c:v>
                </c:pt>
                <c:pt idx="39">
                  <c:v>3.0225476457719953</c:v>
                </c:pt>
                <c:pt idx="40">
                  <c:v>3.090362680767724</c:v>
                </c:pt>
                <c:pt idx="41">
                  <c:v>2.80936970251771</c:v>
                </c:pt>
                <c:pt idx="42">
                  <c:v>2.8839398181818945</c:v>
                </c:pt>
                <c:pt idx="43">
                  <c:v>2.9190254391536863</c:v>
                </c:pt>
                <c:pt idx="44">
                  <c:v>2.9967635885123167</c:v>
                </c:pt>
                <c:pt idx="45">
                  <c:v>2.8607294865493866</c:v>
                </c:pt>
                <c:pt idx="46">
                  <c:v>2.9783914286556596</c:v>
                </c:pt>
                <c:pt idx="47">
                  <c:v>2.999620516035492</c:v>
                </c:pt>
                <c:pt idx="48">
                  <c:v>3.14721074666407</c:v>
                </c:pt>
                <c:pt idx="49">
                  <c:v>3.0640426433430457</c:v>
                </c:pt>
                <c:pt idx="50">
                  <c:v>3.0734924763852285</c:v>
                </c:pt>
                <c:pt idx="51">
                  <c:v>2.970192753375667</c:v>
                </c:pt>
                <c:pt idx="52">
                  <c:v>3.0833231364303937</c:v>
                </c:pt>
                <c:pt idx="53">
                  <c:v>3.04429367060598</c:v>
                </c:pt>
                <c:pt idx="54">
                  <c:v>3.0437208849797104</c:v>
                </c:pt>
                <c:pt idx="55">
                  <c:v>3.130229210288102</c:v>
                </c:pt>
                <c:pt idx="56">
                  <c:v>2.940160205655615</c:v>
                </c:pt>
                <c:pt idx="57">
                  <c:v>2.9961778165897317</c:v>
                </c:pt>
                <c:pt idx="58">
                  <c:v>3.041157798711134</c:v>
                </c:pt>
                <c:pt idx="59">
                  <c:v>3.053266382704772</c:v>
                </c:pt>
                <c:pt idx="60">
                  <c:v>3.119889293680216</c:v>
                </c:pt>
                <c:pt idx="61">
                  <c:v>3.209772881006141</c:v>
                </c:pt>
                <c:pt idx="62">
                  <c:v>3.0210091738321316</c:v>
                </c:pt>
                <c:pt idx="63">
                  <c:v>3.0494082679121903</c:v>
                </c:pt>
                <c:pt idx="64">
                  <c:v>3.245539355467731</c:v>
                </c:pt>
                <c:pt idx="65">
                  <c:v>3.0373773086015743</c:v>
                </c:pt>
                <c:pt idx="66">
                  <c:v>2.988936509806667</c:v>
                </c:pt>
                <c:pt idx="67">
                  <c:v>3.073833796807322</c:v>
                </c:pt>
                <c:pt idx="68">
                  <c:v>3.0724608327030167</c:v>
                </c:pt>
                <c:pt idx="69">
                  <c:v>3.1427564552524645</c:v>
                </c:pt>
                <c:pt idx="70">
                  <c:v>3.09509789029534</c:v>
                </c:pt>
                <c:pt idx="71">
                  <c:v>3.0811501971459996</c:v>
                </c:pt>
                <c:pt idx="72">
                  <c:v>2.9599451763598807</c:v>
                </c:pt>
                <c:pt idx="73">
                  <c:v>3.1737498204385974</c:v>
                </c:pt>
                <c:pt idx="74">
                  <c:v>2.9329582071419127</c:v>
                </c:pt>
                <c:pt idx="75">
                  <c:v>3.0277881145281094</c:v>
                </c:pt>
                <c:pt idx="76">
                  <c:v>3.1507281790109127</c:v>
                </c:pt>
                <c:pt idx="77">
                  <c:v>3.123108079651203</c:v>
                </c:pt>
                <c:pt idx="78">
                  <c:v>2.960023134623227</c:v>
                </c:pt>
                <c:pt idx="79">
                  <c:v>3.2174316482286005</c:v>
                </c:pt>
                <c:pt idx="80">
                  <c:v>2.9644347476337214</c:v>
                </c:pt>
                <c:pt idx="81">
                  <c:v>3.0510774946988932</c:v>
                </c:pt>
                <c:pt idx="82">
                  <c:v>3.1356239060230724</c:v>
                </c:pt>
                <c:pt idx="83">
                  <c:v>2.8909612426212954</c:v>
                </c:pt>
                <c:pt idx="84">
                  <c:v>3.009584267211573</c:v>
                </c:pt>
                <c:pt idx="85">
                  <c:v>3.0869057568512903</c:v>
                </c:pt>
                <c:pt idx="86">
                  <c:v>3.1148845895290487</c:v>
                </c:pt>
                <c:pt idx="87">
                  <c:v>3.1859019956181345</c:v>
                </c:pt>
                <c:pt idx="88">
                  <c:v>2.9888706627651285</c:v>
                </c:pt>
                <c:pt idx="89">
                  <c:v>2.880628752081822</c:v>
                </c:pt>
                <c:pt idx="90">
                  <c:v>2.9921998520173245</c:v>
                </c:pt>
                <c:pt idx="91">
                  <c:v>2.8936105803307774</c:v>
                </c:pt>
                <c:pt idx="92">
                  <c:v>3.0995802064005997</c:v>
                </c:pt>
                <c:pt idx="93">
                  <c:v>2.7152011675686683</c:v>
                </c:pt>
                <c:pt idx="94">
                  <c:v>2.9797974094341133</c:v>
                </c:pt>
                <c:pt idx="95">
                  <c:v>3.058789486092938</c:v>
                </c:pt>
                <c:pt idx="96">
                  <c:v>2.9499054399620195</c:v>
                </c:pt>
                <c:pt idx="97">
                  <c:v>3.164261189553122</c:v>
                </c:pt>
                <c:pt idx="98">
                  <c:v>2.9487003550201627</c:v>
                </c:pt>
                <c:pt idx="99">
                  <c:v>3.0537482026928617</c:v>
                </c:pt>
                <c:pt idx="100">
                  <c:v>2.995680496795125</c:v>
                </c:pt>
                <c:pt idx="101">
                  <c:v>3.1226389738409663</c:v>
                </c:pt>
                <c:pt idx="102">
                  <c:v>3.0225698162191703</c:v>
                </c:pt>
                <c:pt idx="103">
                  <c:v>2.8895455844108304</c:v>
                </c:pt>
                <c:pt idx="104">
                  <c:v>2.888701839897698</c:v>
                </c:pt>
                <c:pt idx="105">
                  <c:v>3.0855330056844976</c:v>
                </c:pt>
                <c:pt idx="106">
                  <c:v>3.0199330645163824</c:v>
                </c:pt>
                <c:pt idx="107">
                  <c:v>3.245255832780501</c:v>
                </c:pt>
                <c:pt idx="108">
                  <c:v>3.1500864959685773</c:v>
                </c:pt>
                <c:pt idx="109">
                  <c:v>2.99022236947946</c:v>
                </c:pt>
                <c:pt idx="110">
                  <c:v>3.167470621563738</c:v>
                </c:pt>
                <c:pt idx="111">
                  <c:v>3.0179051204597416</c:v>
                </c:pt>
                <c:pt idx="112">
                  <c:v>3.04257823956898</c:v>
                </c:pt>
                <c:pt idx="113">
                  <c:v>3.0148710860992143</c:v>
                </c:pt>
                <c:pt idx="114">
                  <c:v>2.965998759495806</c:v>
                </c:pt>
                <c:pt idx="115">
                  <c:v>2.958857068843522</c:v>
                </c:pt>
                <c:pt idx="116">
                  <c:v>2.989264687316182</c:v>
                </c:pt>
                <c:pt idx="117">
                  <c:v>2.8966679633703327</c:v>
                </c:pt>
                <c:pt idx="118">
                  <c:v>2.982443528177996</c:v>
                </c:pt>
                <c:pt idx="119">
                  <c:v>2.833757923764269</c:v>
                </c:pt>
                <c:pt idx="120">
                  <c:v>2.754306403128073</c:v>
                </c:pt>
                <c:pt idx="121">
                  <c:v>3.1169911320351416</c:v>
                </c:pt>
                <c:pt idx="122">
                  <c:v>2.8957899249530477</c:v>
                </c:pt>
                <c:pt idx="123">
                  <c:v>2.8665672431205733</c:v>
                </c:pt>
                <c:pt idx="124">
                  <c:v>2.859399680384272</c:v>
                </c:pt>
                <c:pt idx="125">
                  <c:v>3.124748744327897</c:v>
                </c:pt>
                <c:pt idx="126">
                  <c:v>2.9904215436760224</c:v>
                </c:pt>
                <c:pt idx="127">
                  <c:v>3.0002036904257037</c:v>
                </c:pt>
                <c:pt idx="128">
                  <c:v>2.9826326394320786</c:v>
                </c:pt>
                <c:pt idx="129">
                  <c:v>2.965052118009603</c:v>
                </c:pt>
                <c:pt idx="130">
                  <c:v>2.9704495324831925</c:v>
                </c:pt>
                <c:pt idx="131">
                  <c:v>2.8963092850099907</c:v>
                </c:pt>
                <c:pt idx="132">
                  <c:v>3.110229924326816</c:v>
                </c:pt>
                <c:pt idx="133">
                  <c:v>2.980717963356519</c:v>
                </c:pt>
                <c:pt idx="134">
                  <c:v>3.0093857579406196</c:v>
                </c:pt>
                <c:pt idx="135">
                  <c:v>3.007175947644422</c:v>
                </c:pt>
                <c:pt idx="136">
                  <c:v>1.8267792684263893</c:v>
                </c:pt>
                <c:pt idx="137">
                  <c:v>2.005308878259322</c:v>
                </c:pt>
                <c:pt idx="138">
                  <c:v>2.211449341934584</c:v>
                </c:pt>
                <c:pt idx="139">
                  <c:v>1.9859271482265919</c:v>
                </c:pt>
                <c:pt idx="140">
                  <c:v>2.2190581129910782</c:v>
                </c:pt>
                <c:pt idx="141">
                  <c:v>1.968714992330121</c:v>
                </c:pt>
                <c:pt idx="142">
                  <c:v>2.077788549567922</c:v>
                </c:pt>
                <c:pt idx="143">
                  <c:v>2.114259332358153</c:v>
                </c:pt>
                <c:pt idx="144">
                  <c:v>1.941378526610148</c:v>
                </c:pt>
                <c:pt idx="145">
                  <c:v>2.056883917409443</c:v>
                </c:pt>
                <c:pt idx="146">
                  <c:v>1.9247715775545515</c:v>
                </c:pt>
                <c:pt idx="147">
                  <c:v>1.9820601257150583</c:v>
                </c:pt>
                <c:pt idx="148">
                  <c:v>2.0827164566931695</c:v>
                </c:pt>
                <c:pt idx="149">
                  <c:v>1.925315389262076</c:v>
                </c:pt>
                <c:pt idx="150">
                  <c:v>2.129133225162896</c:v>
                </c:pt>
                <c:pt idx="151">
                  <c:v>1.9397350693522653</c:v>
                </c:pt>
                <c:pt idx="152">
                  <c:v>2.077062067581389</c:v>
                </c:pt>
                <c:pt idx="153">
                  <c:v>2.1500831025375984</c:v>
                </c:pt>
                <c:pt idx="154">
                  <c:v>2.010701974147258</c:v>
                </c:pt>
                <c:pt idx="155">
                  <c:v>2.0940802796319513</c:v>
                </c:pt>
                <c:pt idx="156">
                  <c:v>2.0684853029966566</c:v>
                </c:pt>
                <c:pt idx="157">
                  <c:v>1.9840120608414968</c:v>
                </c:pt>
                <c:pt idx="158">
                  <c:v>1.9925103766579542</c:v>
                </c:pt>
                <c:pt idx="159">
                  <c:v>2.091176224963765</c:v>
                </c:pt>
                <c:pt idx="160">
                  <c:v>1.997813312059789</c:v>
                </c:pt>
                <c:pt idx="161">
                  <c:v>2.0725604816575123</c:v>
                </c:pt>
                <c:pt idx="162">
                  <c:v>2.023528585091421</c:v>
                </c:pt>
                <c:pt idx="163">
                  <c:v>1.9197814490918552</c:v>
                </c:pt>
                <c:pt idx="164">
                  <c:v>1.8919998700617247</c:v>
                </c:pt>
                <c:pt idx="165">
                  <c:v>2.1399585755970367</c:v>
                </c:pt>
                <c:pt idx="166">
                  <c:v>1.8966148287496731</c:v>
                </c:pt>
                <c:pt idx="167">
                  <c:v>1.9610363798083632</c:v>
                </c:pt>
                <c:pt idx="168">
                  <c:v>1.9421669207807666</c:v>
                </c:pt>
                <c:pt idx="169">
                  <c:v>2.075828526957181</c:v>
                </c:pt>
                <c:pt idx="170">
                  <c:v>2.1414246451132453</c:v>
                </c:pt>
                <c:pt idx="171">
                  <c:v>2.0040101867335234</c:v>
                </c:pt>
                <c:pt idx="172">
                  <c:v>2.071587185915033</c:v>
                </c:pt>
                <c:pt idx="173">
                  <c:v>1.9468079898295274</c:v>
                </c:pt>
                <c:pt idx="174">
                  <c:v>2.051138104966865</c:v>
                </c:pt>
                <c:pt idx="175">
                  <c:v>2.0131092665033976</c:v>
                </c:pt>
                <c:pt idx="176">
                  <c:v>1.9686602756532634</c:v>
                </c:pt>
                <c:pt idx="177">
                  <c:v>2.0054987731375173</c:v>
                </c:pt>
                <c:pt idx="178">
                  <c:v>2.103634095480805</c:v>
                </c:pt>
                <c:pt idx="179">
                  <c:v>2.078588553964165</c:v>
                </c:pt>
                <c:pt idx="180">
                  <c:v>2.065982145897486</c:v>
                </c:pt>
                <c:pt idx="181">
                  <c:v>1.9779954137257314</c:v>
                </c:pt>
                <c:pt idx="182">
                  <c:v>2.2942990511655434</c:v>
                </c:pt>
                <c:pt idx="183">
                  <c:v>1.9572673853502816</c:v>
                </c:pt>
                <c:pt idx="184">
                  <c:v>2.164396165952289</c:v>
                </c:pt>
                <c:pt idx="185">
                  <c:v>2.0103986453229576</c:v>
                </c:pt>
                <c:pt idx="186">
                  <c:v>1.981785942507932</c:v>
                </c:pt>
                <c:pt idx="187">
                  <c:v>1.9951944562586916</c:v>
                </c:pt>
                <c:pt idx="188">
                  <c:v>2.0089361508992503</c:v>
                </c:pt>
                <c:pt idx="189">
                  <c:v>2.014816335674818</c:v>
                </c:pt>
                <c:pt idx="190">
                  <c:v>1.9862368909101429</c:v>
                </c:pt>
                <c:pt idx="191">
                  <c:v>2.17800601373487</c:v>
                </c:pt>
                <c:pt idx="192">
                  <c:v>1.8610943651673535</c:v>
                </c:pt>
                <c:pt idx="193">
                  <c:v>2.151773214928244</c:v>
                </c:pt>
                <c:pt idx="194">
                  <c:v>2.023472612267602</c:v>
                </c:pt>
                <c:pt idx="195">
                  <c:v>1.9342493627678248</c:v>
                </c:pt>
                <c:pt idx="196">
                  <c:v>2.007794824614639</c:v>
                </c:pt>
                <c:pt idx="197">
                  <c:v>2.1155143691816325</c:v>
                </c:pt>
                <c:pt idx="198">
                  <c:v>1.8078209948095254</c:v>
                </c:pt>
                <c:pt idx="199">
                  <c:v>1.9301009323250158</c:v>
                </c:pt>
                <c:pt idx="200">
                  <c:v>1.9791520494037533</c:v>
                </c:pt>
                <c:pt idx="201">
                  <c:v>2.0780111157035717</c:v>
                </c:pt>
                <c:pt idx="202">
                  <c:v>1.96912491323352</c:v>
                </c:pt>
                <c:pt idx="203">
                  <c:v>1.9934241769578456</c:v>
                </c:pt>
                <c:pt idx="204">
                  <c:v>1.9893716558516417</c:v>
                </c:pt>
                <c:pt idx="205">
                  <c:v>2.0048581281038667</c:v>
                </c:pt>
                <c:pt idx="206">
                  <c:v>2.052751512355405</c:v>
                </c:pt>
                <c:pt idx="207">
                  <c:v>1.9688013362697263</c:v>
                </c:pt>
                <c:pt idx="208">
                  <c:v>1.8757735319402105</c:v>
                </c:pt>
                <c:pt idx="209">
                  <c:v>2.1761979619390526</c:v>
                </c:pt>
                <c:pt idx="210">
                  <c:v>1.9337895375127507</c:v>
                </c:pt>
                <c:pt idx="211">
                  <c:v>2.082756446710588</c:v>
                </c:pt>
                <c:pt idx="212">
                  <c:v>1.825639909834884</c:v>
                </c:pt>
                <c:pt idx="213">
                  <c:v>1.885102671655509</c:v>
                </c:pt>
                <c:pt idx="214">
                  <c:v>2.0129567165327127</c:v>
                </c:pt>
                <c:pt idx="215">
                  <c:v>2.1260413929316124</c:v>
                </c:pt>
                <c:pt idx="216">
                  <c:v>2.0389968982307214</c:v>
                </c:pt>
                <c:pt idx="217">
                  <c:v>2.029786391025602</c:v>
                </c:pt>
                <c:pt idx="218">
                  <c:v>1.8927412493292932</c:v>
                </c:pt>
                <c:pt idx="219">
                  <c:v>1.9702649908218113</c:v>
                </c:pt>
                <c:pt idx="220">
                  <c:v>2.0565478171109115</c:v>
                </c:pt>
                <c:pt idx="221">
                  <c:v>1.93718593751809</c:v>
                </c:pt>
                <c:pt idx="222">
                  <c:v>1.842113167069675</c:v>
                </c:pt>
                <c:pt idx="223">
                  <c:v>1.9724126069868155</c:v>
                </c:pt>
                <c:pt idx="224">
                  <c:v>2.087567487584277</c:v>
                </c:pt>
                <c:pt idx="225">
                  <c:v>2.0632880366059583</c:v>
                </c:pt>
                <c:pt idx="226">
                  <c:v>2.180793452275454</c:v>
                </c:pt>
                <c:pt idx="227">
                  <c:v>1.7916897239023912</c:v>
                </c:pt>
                <c:pt idx="228">
                  <c:v>1.9476625949710522</c:v>
                </c:pt>
                <c:pt idx="229">
                  <c:v>1.8591144084540485</c:v>
                </c:pt>
                <c:pt idx="230">
                  <c:v>2.0256034821057476</c:v>
                </c:pt>
                <c:pt idx="231">
                  <c:v>1.833200896852621</c:v>
                </c:pt>
                <c:pt idx="232">
                  <c:v>2.1081814643992236</c:v>
                </c:pt>
                <c:pt idx="233">
                  <c:v>1.8846409378662936</c:v>
                </c:pt>
                <c:pt idx="234">
                  <c:v>2.008581617759539</c:v>
                </c:pt>
                <c:pt idx="235">
                  <c:v>1.8471522521033852</c:v>
                </c:pt>
                <c:pt idx="236">
                  <c:v>2.030831842400017</c:v>
                </c:pt>
                <c:pt idx="237">
                  <c:v>1.997185273406543</c:v>
                </c:pt>
                <c:pt idx="238">
                  <c:v>1.9556350072665778</c:v>
                </c:pt>
                <c:pt idx="239">
                  <c:v>2.0437542094925805</c:v>
                </c:pt>
                <c:pt idx="240">
                  <c:v>2.0759864867455877</c:v>
                </c:pt>
                <c:pt idx="241">
                  <c:v>2.0976183752134827</c:v>
                </c:pt>
                <c:pt idx="242">
                  <c:v>2.2314642456070017</c:v>
                </c:pt>
                <c:pt idx="243">
                  <c:v>1.9093963935187968</c:v>
                </c:pt>
                <c:pt idx="244">
                  <c:v>2.205517048019831</c:v>
                </c:pt>
                <c:pt idx="245">
                  <c:v>2.32</c:v>
                </c:pt>
                <c:pt idx="246">
                  <c:v>1.990378858599591</c:v>
                </c:pt>
                <c:pt idx="247">
                  <c:v>1.937043840595948</c:v>
                </c:pt>
                <c:pt idx="248">
                  <c:v>2.076397155385428</c:v>
                </c:pt>
                <c:pt idx="249">
                  <c:v>2.172188978330917</c:v>
                </c:pt>
                <c:pt idx="250">
                  <c:v>1.929003705247379</c:v>
                </c:pt>
                <c:pt idx="251">
                  <c:v>2.143209805993941</c:v>
                </c:pt>
                <c:pt idx="252">
                  <c:v>2.0413794093777202</c:v>
                </c:pt>
                <c:pt idx="253">
                  <c:v>1.9020156422088135</c:v>
                </c:pt>
                <c:pt idx="254">
                  <c:v>2.2207349823271234</c:v>
                </c:pt>
                <c:pt idx="255">
                  <c:v>1.2204795273999842</c:v>
                </c:pt>
                <c:pt idx="256">
                  <c:v>0.9186226691143995</c:v>
                </c:pt>
                <c:pt idx="257">
                  <c:v>0.946481370827365</c:v>
                </c:pt>
                <c:pt idx="258">
                  <c:v>1.092119946933244</c:v>
                </c:pt>
                <c:pt idx="259">
                  <c:v>0.9058097232738269</c:v>
                </c:pt>
                <c:pt idx="260">
                  <c:v>0.9500298870559781</c:v>
                </c:pt>
                <c:pt idx="261">
                  <c:v>0.9605466278749254</c:v>
                </c:pt>
                <c:pt idx="262">
                  <c:v>1.1340730021308503</c:v>
                </c:pt>
                <c:pt idx="263">
                  <c:v>1.115007633546936</c:v>
                </c:pt>
                <c:pt idx="264">
                  <c:v>1.1310190818617416</c:v>
                </c:pt>
                <c:pt idx="265">
                  <c:v>0.9981598721643771</c:v>
                </c:pt>
                <c:pt idx="266">
                  <c:v>0.9861672704028499</c:v>
                </c:pt>
                <c:pt idx="267">
                  <c:v>0.9530320789729508</c:v>
                </c:pt>
                <c:pt idx="268">
                  <c:v>1.02706832494444</c:v>
                </c:pt>
                <c:pt idx="269">
                  <c:v>1.2284458940390215</c:v>
                </c:pt>
                <c:pt idx="270">
                  <c:v>1.0428347129689084</c:v>
                </c:pt>
                <c:pt idx="271">
                  <c:v>1.131192486956312</c:v>
                </c:pt>
                <c:pt idx="272">
                  <c:v>1.1078472036110913</c:v>
                </c:pt>
                <c:pt idx="273">
                  <c:v>0.9546379847719894</c:v>
                </c:pt>
                <c:pt idx="274">
                  <c:v>0.9113312056271291</c:v>
                </c:pt>
                <c:pt idx="275">
                  <c:v>1.1390375451952728</c:v>
                </c:pt>
                <c:pt idx="276">
                  <c:v>1.0947133693056808</c:v>
                </c:pt>
                <c:pt idx="277">
                  <c:v>0.9092654049364446</c:v>
                </c:pt>
                <c:pt idx="278">
                  <c:v>1.132574484605951</c:v>
                </c:pt>
                <c:pt idx="279">
                  <c:v>0.9877737133143931</c:v>
                </c:pt>
                <c:pt idx="280">
                  <c:v>1.105469047679737</c:v>
                </c:pt>
                <c:pt idx="281">
                  <c:v>1.002805867554858</c:v>
                </c:pt>
                <c:pt idx="282">
                  <c:v>1.0716558087106758</c:v>
                </c:pt>
                <c:pt idx="283">
                  <c:v>1.073748160096492</c:v>
                </c:pt>
                <c:pt idx="284">
                  <c:v>0.9476256150134669</c:v>
                </c:pt>
                <c:pt idx="285">
                  <c:v>1.039146734374826</c:v>
                </c:pt>
                <c:pt idx="286">
                  <c:v>0.9024456581666913</c:v>
                </c:pt>
                <c:pt idx="287">
                  <c:v>0.9065509965315801</c:v>
                </c:pt>
                <c:pt idx="288">
                  <c:v>1.1697038212926811</c:v>
                </c:pt>
                <c:pt idx="289">
                  <c:v>1.0342873583336363</c:v>
                </c:pt>
                <c:pt idx="290">
                  <c:v>1.0945178925192713</c:v>
                </c:pt>
                <c:pt idx="291">
                  <c:v>1.030410879370052</c:v>
                </c:pt>
                <c:pt idx="292">
                  <c:v>1.004331333903917</c:v>
                </c:pt>
                <c:pt idx="293">
                  <c:v>1.1343838405161633</c:v>
                </c:pt>
                <c:pt idx="294">
                  <c:v>0.9550103660665776</c:v>
                </c:pt>
                <c:pt idx="295">
                  <c:v>0.8198109674771336</c:v>
                </c:pt>
                <c:pt idx="296">
                  <c:v>1.0551815427988285</c:v>
                </c:pt>
                <c:pt idx="297">
                  <c:v>1.0011100161921143</c:v>
                </c:pt>
                <c:pt idx="298">
                  <c:v>1.0946876107613182</c:v>
                </c:pt>
                <c:pt idx="299">
                  <c:v>1.0867120233730438</c:v>
                </c:pt>
                <c:pt idx="300">
                  <c:v>1.0697864719384835</c:v>
                </c:pt>
                <c:pt idx="301">
                  <c:v>1.0215055383883194</c:v>
                </c:pt>
                <c:pt idx="302">
                  <c:v>0.9631200941622713</c:v>
                </c:pt>
                <c:pt idx="303">
                  <c:v>0.933528879722863</c:v>
                </c:pt>
                <c:pt idx="304">
                  <c:v>1.1524684371552698</c:v>
                </c:pt>
                <c:pt idx="305">
                  <c:v>0.9043878423914378</c:v>
                </c:pt>
                <c:pt idx="306">
                  <c:v>0.9464080203603006</c:v>
                </c:pt>
                <c:pt idx="307">
                  <c:v>1.0937035177194672</c:v>
                </c:pt>
                <c:pt idx="308">
                  <c:v>1.111197264143275</c:v>
                </c:pt>
                <c:pt idx="309">
                  <c:v>0.9803096469247522</c:v>
                </c:pt>
                <c:pt idx="310">
                  <c:v>1.137037733075035</c:v>
                </c:pt>
                <c:pt idx="311">
                  <c:v>0.9205666892192579</c:v>
                </c:pt>
                <c:pt idx="312">
                  <c:v>1.1021382084091886</c:v>
                </c:pt>
                <c:pt idx="313">
                  <c:v>0.9802028311622473</c:v>
                </c:pt>
                <c:pt idx="314">
                  <c:v>0.8903678488305802</c:v>
                </c:pt>
                <c:pt idx="315">
                  <c:v>0.8244752100671263</c:v>
                </c:pt>
                <c:pt idx="316">
                  <c:v>0.8050860466119996</c:v>
                </c:pt>
                <c:pt idx="317">
                  <c:v>1.0554218684522132</c:v>
                </c:pt>
                <c:pt idx="318">
                  <c:v>0.8478782748759632</c:v>
                </c:pt>
                <c:pt idx="319">
                  <c:v>0.7890991303807577</c:v>
                </c:pt>
                <c:pt idx="320">
                  <c:v>1.0582948078586212</c:v>
                </c:pt>
                <c:pt idx="321">
                  <c:v>0.9279926466032975</c:v>
                </c:pt>
                <c:pt idx="322">
                  <c:v>1.26568483169782</c:v>
                </c:pt>
                <c:pt idx="323">
                  <c:v>1.0474426394472511</c:v>
                </c:pt>
                <c:pt idx="324">
                  <c:v>0.7583160605552743</c:v>
                </c:pt>
                <c:pt idx="325">
                  <c:v>0.9036143624481561</c:v>
                </c:pt>
                <c:pt idx="326">
                  <c:v>1.046327218378317</c:v>
                </c:pt>
                <c:pt idx="327">
                  <c:v>0.9328144246259963</c:v>
                </c:pt>
                <c:pt idx="328">
                  <c:v>1.0417920413332258</c:v>
                </c:pt>
                <c:pt idx="329">
                  <c:v>0.8740505096071385</c:v>
                </c:pt>
                <c:pt idx="330">
                  <c:v>0.8796385268628862</c:v>
                </c:pt>
                <c:pt idx="331">
                  <c:v>0.9706419355477256</c:v>
                </c:pt>
                <c:pt idx="332">
                  <c:v>0.7484996107194931</c:v>
                </c:pt>
                <c:pt idx="333">
                  <c:v>1.012232402702065</c:v>
                </c:pt>
                <c:pt idx="334">
                  <c:v>1.0429523362130146</c:v>
                </c:pt>
                <c:pt idx="335">
                  <c:v>1.091345724143106</c:v>
                </c:pt>
                <c:pt idx="336">
                  <c:v>0.9685104200386826</c:v>
                </c:pt>
                <c:pt idx="337">
                  <c:v>0.932275544248499</c:v>
                </c:pt>
                <c:pt idx="338">
                  <c:v>1.043830126931866</c:v>
                </c:pt>
                <c:pt idx="339">
                  <c:v>0.9893317484949915</c:v>
                </c:pt>
                <c:pt idx="340">
                  <c:v>0.9780636756010853</c:v>
                </c:pt>
                <c:pt idx="341">
                  <c:v>0.8763643000046696</c:v>
                </c:pt>
                <c:pt idx="342">
                  <c:v>0.9751577917518094</c:v>
                </c:pt>
                <c:pt idx="343">
                  <c:v>0.9777633866121729</c:v>
                </c:pt>
                <c:pt idx="344">
                  <c:v>1.088326217226665</c:v>
                </c:pt>
                <c:pt idx="345">
                  <c:v>1.1163913307752025</c:v>
                </c:pt>
                <c:pt idx="346">
                  <c:v>1.077058672245063</c:v>
                </c:pt>
                <c:pt idx="347">
                  <c:v>1.0634278550546268</c:v>
                </c:pt>
                <c:pt idx="348">
                  <c:v>0.9770118809737944</c:v>
                </c:pt>
                <c:pt idx="349">
                  <c:v>1.1110894112150167</c:v>
                </c:pt>
                <c:pt idx="350">
                  <c:v>0.9020706236595549</c:v>
                </c:pt>
                <c:pt idx="351">
                  <c:v>1.1984811251107013</c:v>
                </c:pt>
                <c:pt idx="352">
                  <c:v>0.9662717819330674</c:v>
                </c:pt>
                <c:pt idx="353">
                  <c:v>0.9178474174018085</c:v>
                </c:pt>
                <c:pt idx="354">
                  <c:v>1.0824930891416358</c:v>
                </c:pt>
                <c:pt idx="355">
                  <c:v>1.1156711264138799</c:v>
                </c:pt>
                <c:pt idx="356">
                  <c:v>0.9727101320087045</c:v>
                </c:pt>
                <c:pt idx="357">
                  <c:v>1.0634980467240323</c:v>
                </c:pt>
                <c:pt idx="358">
                  <c:v>0.9979323423052047</c:v>
                </c:pt>
                <c:pt idx="359">
                  <c:v>1.122769683899435</c:v>
                </c:pt>
                <c:pt idx="360">
                  <c:v>1.0761827303518456</c:v>
                </c:pt>
                <c:pt idx="361">
                  <c:v>1.0631886463463869</c:v>
                </c:pt>
                <c:pt idx="362">
                  <c:v>1.1102282904985343</c:v>
                </c:pt>
                <c:pt idx="363">
                  <c:v>1.0732889919749402</c:v>
                </c:pt>
                <c:pt idx="364">
                  <c:v>0.862097350462143</c:v>
                </c:pt>
                <c:pt idx="365">
                  <c:v>0.9260829252442686</c:v>
                </c:pt>
                <c:pt idx="366">
                  <c:v>1.1063035816807039</c:v>
                </c:pt>
                <c:pt idx="367">
                  <c:v>1.0963473378115087</c:v>
                </c:pt>
                <c:pt idx="368">
                  <c:v>0.868547093458036</c:v>
                </c:pt>
                <c:pt idx="369">
                  <c:v>0.9948786295611464</c:v>
                </c:pt>
                <c:pt idx="370">
                  <c:v>0.9981326086021215</c:v>
                </c:pt>
                <c:pt idx="371">
                  <c:v>0.8489994551020708</c:v>
                </c:pt>
                <c:pt idx="372">
                  <c:v>1.0770811605490205</c:v>
                </c:pt>
                <c:pt idx="373">
                  <c:v>1.0887416872578626</c:v>
                </c:pt>
                <c:pt idx="374">
                  <c:v>0.9606888073583296</c:v>
                </c:pt>
                <c:pt idx="375">
                  <c:v>0.8888264645414051</c:v>
                </c:pt>
                <c:pt idx="376">
                  <c:v>1.0058067647536473</c:v>
                </c:pt>
                <c:pt idx="377">
                  <c:v>0.9269360778767317</c:v>
                </c:pt>
                <c:pt idx="378">
                  <c:v>1.0439014514449327</c:v>
                </c:pt>
                <c:pt idx="379">
                  <c:v>1.0674440078307024</c:v>
                </c:pt>
                <c:pt idx="380">
                  <c:v>0.8734952860221971</c:v>
                </c:pt>
                <c:pt idx="381">
                  <c:v>1.1452406774065302</c:v>
                </c:pt>
                <c:pt idx="382">
                  <c:v>0.9958028153973923</c:v>
                </c:pt>
                <c:pt idx="383">
                  <c:v>0.9363704769142104</c:v>
                </c:pt>
                <c:pt idx="384">
                  <c:v>0.9999680894968453</c:v>
                </c:pt>
                <c:pt idx="385">
                  <c:v>1.0722206771287393</c:v>
                </c:pt>
                <c:pt idx="386">
                  <c:v>0.9593326310153173</c:v>
                </c:pt>
                <c:pt idx="387">
                  <c:v>1.0231621058953406</c:v>
                </c:pt>
                <c:pt idx="388">
                  <c:v>1.2710859984226435</c:v>
                </c:pt>
                <c:pt idx="389">
                  <c:v>1.0105896004820072</c:v>
                </c:pt>
                <c:pt idx="390">
                  <c:v>1.026428627828776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Sheet1!$B$394</c:f>
              <c:strCache>
                <c:ptCount val="1"/>
                <c:pt idx="0">
                  <c:v>mid map value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8F6BB8"/>
              </a:solidFill>
              <a:ln>
                <a:noFill/>
              </a:ln>
            </c:spPr>
          </c:marker>
          <c:xVal>
            <c:numRef>
              <c:f>Sheet1!$A$395:$A$808</c:f>
              <c:numCache>
                <c:formatCode>General</c:formatCode>
                <c:ptCount val="414"/>
                <c:pt idx="0">
                  <c:v>0.33931</c:v>
                </c:pt>
                <c:pt idx="1">
                  <c:v>1.180568</c:v>
                </c:pt>
                <c:pt idx="2">
                  <c:v>1.933633</c:v>
                </c:pt>
                <c:pt idx="3">
                  <c:v>-0.098427</c:v>
                </c:pt>
                <c:pt idx="4">
                  <c:v>-0.063995</c:v>
                </c:pt>
                <c:pt idx="5">
                  <c:v>0.237775</c:v>
                </c:pt>
                <c:pt idx="6">
                  <c:v>0.762305</c:v>
                </c:pt>
                <c:pt idx="7">
                  <c:v>1.23374</c:v>
                </c:pt>
                <c:pt idx="8">
                  <c:v>-1.72678</c:v>
                </c:pt>
                <c:pt idx="9">
                  <c:v>1.334936</c:v>
                </c:pt>
                <c:pt idx="10">
                  <c:v>0.995367</c:v>
                </c:pt>
                <c:pt idx="11">
                  <c:v>-1.752586</c:v>
                </c:pt>
                <c:pt idx="12">
                  <c:v>0.439765</c:v>
                </c:pt>
                <c:pt idx="13">
                  <c:v>0.774847</c:v>
                </c:pt>
                <c:pt idx="14">
                  <c:v>0.229285</c:v>
                </c:pt>
                <c:pt idx="15">
                  <c:v>1.725453</c:v>
                </c:pt>
                <c:pt idx="16">
                  <c:v>1.691741</c:v>
                </c:pt>
                <c:pt idx="17">
                  <c:v>2.10569</c:v>
                </c:pt>
                <c:pt idx="18">
                  <c:v>0.727453</c:v>
                </c:pt>
                <c:pt idx="19">
                  <c:v>-0.01324</c:v>
                </c:pt>
                <c:pt idx="20">
                  <c:v>1.754081</c:v>
                </c:pt>
                <c:pt idx="21">
                  <c:v>-0.0716</c:v>
                </c:pt>
                <c:pt idx="22">
                  <c:v>1.7148</c:v>
                </c:pt>
                <c:pt idx="23">
                  <c:v>1.017911</c:v>
                </c:pt>
                <c:pt idx="24">
                  <c:v>0.711825</c:v>
                </c:pt>
                <c:pt idx="25">
                  <c:v>0.400089</c:v>
                </c:pt>
                <c:pt idx="26">
                  <c:v>0.55106</c:v>
                </c:pt>
                <c:pt idx="27">
                  <c:v>0.785096</c:v>
                </c:pt>
                <c:pt idx="28">
                  <c:v>0.647933</c:v>
                </c:pt>
                <c:pt idx="29">
                  <c:v>-0.535144</c:v>
                </c:pt>
                <c:pt idx="30">
                  <c:v>0.789213</c:v>
                </c:pt>
                <c:pt idx="31">
                  <c:v>0.577945</c:v>
                </c:pt>
                <c:pt idx="32">
                  <c:v>1.408554</c:v>
                </c:pt>
                <c:pt idx="33">
                  <c:v>0.35669</c:v>
                </c:pt>
                <c:pt idx="34">
                  <c:v>1.724446</c:v>
                </c:pt>
                <c:pt idx="35">
                  <c:v>0.967151</c:v>
                </c:pt>
                <c:pt idx="36">
                  <c:v>0.588851</c:v>
                </c:pt>
                <c:pt idx="37">
                  <c:v>-0.939591</c:v>
                </c:pt>
                <c:pt idx="38">
                  <c:v>0.463962</c:v>
                </c:pt>
                <c:pt idx="39">
                  <c:v>1.254618</c:v>
                </c:pt>
                <c:pt idx="40">
                  <c:v>1.452874</c:v>
                </c:pt>
                <c:pt idx="41">
                  <c:v>-0.262465</c:v>
                </c:pt>
                <c:pt idx="42">
                  <c:v>1.152548</c:v>
                </c:pt>
                <c:pt idx="43">
                  <c:v>0.245196</c:v>
                </c:pt>
                <c:pt idx="44">
                  <c:v>0.464073</c:v>
                </c:pt>
                <c:pt idx="45">
                  <c:v>0.59131</c:v>
                </c:pt>
                <c:pt idx="46">
                  <c:v>0.579062</c:v>
                </c:pt>
                <c:pt idx="47">
                  <c:v>0.937065</c:v>
                </c:pt>
                <c:pt idx="48">
                  <c:v>0.391276</c:v>
                </c:pt>
                <c:pt idx="49">
                  <c:v>0.514013</c:v>
                </c:pt>
                <c:pt idx="50">
                  <c:v>1.472322</c:v>
                </c:pt>
                <c:pt idx="51">
                  <c:v>2.967997</c:v>
                </c:pt>
                <c:pt idx="52">
                  <c:v>0.848901</c:v>
                </c:pt>
                <c:pt idx="53">
                  <c:v>0.799244</c:v>
                </c:pt>
                <c:pt idx="54">
                  <c:v>0.270803</c:v>
                </c:pt>
                <c:pt idx="55">
                  <c:v>2.281843</c:v>
                </c:pt>
                <c:pt idx="56">
                  <c:v>0.272778</c:v>
                </c:pt>
                <c:pt idx="57">
                  <c:v>-0.421814</c:v>
                </c:pt>
                <c:pt idx="58">
                  <c:v>-0.261426</c:v>
                </c:pt>
                <c:pt idx="59">
                  <c:v>0.749113</c:v>
                </c:pt>
                <c:pt idx="60">
                  <c:v>0.578214</c:v>
                </c:pt>
                <c:pt idx="61">
                  <c:v>1.292902</c:v>
                </c:pt>
                <c:pt idx="62">
                  <c:v>1.188046</c:v>
                </c:pt>
                <c:pt idx="63">
                  <c:v>1.233896</c:v>
                </c:pt>
                <c:pt idx="64">
                  <c:v>-0.025971</c:v>
                </c:pt>
                <c:pt idx="65">
                  <c:v>0.46209</c:v>
                </c:pt>
                <c:pt idx="66">
                  <c:v>0.149041</c:v>
                </c:pt>
                <c:pt idx="67">
                  <c:v>1.032925</c:v>
                </c:pt>
                <c:pt idx="68">
                  <c:v>1.693098</c:v>
                </c:pt>
                <c:pt idx="69">
                  <c:v>0.441516</c:v>
                </c:pt>
                <c:pt idx="70">
                  <c:v>0.450267</c:v>
                </c:pt>
                <c:pt idx="71">
                  <c:v>-0.238696</c:v>
                </c:pt>
                <c:pt idx="72">
                  <c:v>0.583543</c:v>
                </c:pt>
                <c:pt idx="73">
                  <c:v>-0.023971</c:v>
                </c:pt>
                <c:pt idx="74">
                  <c:v>0.730509</c:v>
                </c:pt>
                <c:pt idx="75">
                  <c:v>0.980363</c:v>
                </c:pt>
                <c:pt idx="76">
                  <c:v>0.576863</c:v>
                </c:pt>
                <c:pt idx="77">
                  <c:v>-0.162611</c:v>
                </c:pt>
                <c:pt idx="78">
                  <c:v>1.279935</c:v>
                </c:pt>
                <c:pt idx="79">
                  <c:v>0.321688</c:v>
                </c:pt>
                <c:pt idx="80">
                  <c:v>0.454337</c:v>
                </c:pt>
                <c:pt idx="81">
                  <c:v>0.978243</c:v>
                </c:pt>
                <c:pt idx="82">
                  <c:v>0.464514</c:v>
                </c:pt>
                <c:pt idx="83">
                  <c:v>-0.582287</c:v>
                </c:pt>
                <c:pt idx="84">
                  <c:v>1.474971</c:v>
                </c:pt>
                <c:pt idx="85">
                  <c:v>0.781607</c:v>
                </c:pt>
                <c:pt idx="86">
                  <c:v>1.514866</c:v>
                </c:pt>
                <c:pt idx="87">
                  <c:v>1.859252</c:v>
                </c:pt>
                <c:pt idx="88">
                  <c:v>2.37608</c:v>
                </c:pt>
                <c:pt idx="89">
                  <c:v>1.877977</c:v>
                </c:pt>
                <c:pt idx="90">
                  <c:v>0.509875</c:v>
                </c:pt>
                <c:pt idx="91">
                  <c:v>0.864114</c:v>
                </c:pt>
                <c:pt idx="92">
                  <c:v>0.557836</c:v>
                </c:pt>
                <c:pt idx="93">
                  <c:v>0.232082</c:v>
                </c:pt>
                <c:pt idx="94">
                  <c:v>1.594233</c:v>
                </c:pt>
                <c:pt idx="95">
                  <c:v>1.883499</c:v>
                </c:pt>
                <c:pt idx="96">
                  <c:v>2.730055</c:v>
                </c:pt>
                <c:pt idx="97">
                  <c:v>1.717445</c:v>
                </c:pt>
                <c:pt idx="98">
                  <c:v>0.3253</c:v>
                </c:pt>
                <c:pt idx="99">
                  <c:v>0.643761</c:v>
                </c:pt>
                <c:pt idx="100">
                  <c:v>0.968387</c:v>
                </c:pt>
                <c:pt idx="101">
                  <c:v>0.394659</c:v>
                </c:pt>
                <c:pt idx="102">
                  <c:v>1.419512</c:v>
                </c:pt>
                <c:pt idx="103">
                  <c:v>1.603498</c:v>
                </c:pt>
                <c:pt idx="104">
                  <c:v>0.467184</c:v>
                </c:pt>
                <c:pt idx="105">
                  <c:v>2.700054</c:v>
                </c:pt>
                <c:pt idx="106">
                  <c:v>-0.251431</c:v>
                </c:pt>
                <c:pt idx="107">
                  <c:v>1.680584</c:v>
                </c:pt>
                <c:pt idx="108">
                  <c:v>1.542219</c:v>
                </c:pt>
                <c:pt idx="109">
                  <c:v>-0.076698</c:v>
                </c:pt>
                <c:pt idx="110">
                  <c:v>1.433612</c:v>
                </c:pt>
                <c:pt idx="111">
                  <c:v>0.212104</c:v>
                </c:pt>
                <c:pt idx="112">
                  <c:v>-0.019587</c:v>
                </c:pt>
                <c:pt idx="113">
                  <c:v>1.198732</c:v>
                </c:pt>
                <c:pt idx="114">
                  <c:v>0.37756</c:v>
                </c:pt>
                <c:pt idx="115">
                  <c:v>0.450422</c:v>
                </c:pt>
                <c:pt idx="116">
                  <c:v>2.346253</c:v>
                </c:pt>
                <c:pt idx="117">
                  <c:v>1.683975</c:v>
                </c:pt>
                <c:pt idx="118">
                  <c:v>0.162841</c:v>
                </c:pt>
                <c:pt idx="119">
                  <c:v>0.712084</c:v>
                </c:pt>
                <c:pt idx="120">
                  <c:v>1.368753</c:v>
                </c:pt>
                <c:pt idx="121">
                  <c:v>0.454003</c:v>
                </c:pt>
                <c:pt idx="122">
                  <c:v>-0.449658</c:v>
                </c:pt>
                <c:pt idx="123">
                  <c:v>0.618703</c:v>
                </c:pt>
                <c:pt idx="124">
                  <c:v>0.961704</c:v>
                </c:pt>
                <c:pt idx="125">
                  <c:v>0.785457</c:v>
                </c:pt>
                <c:pt idx="126">
                  <c:v>1.11454</c:v>
                </c:pt>
                <c:pt idx="127">
                  <c:v>0.172979</c:v>
                </c:pt>
                <c:pt idx="128">
                  <c:v>1.576583</c:v>
                </c:pt>
                <c:pt idx="129">
                  <c:v>0.926195</c:v>
                </c:pt>
                <c:pt idx="130">
                  <c:v>1.315625</c:v>
                </c:pt>
                <c:pt idx="131">
                  <c:v>0.702296</c:v>
                </c:pt>
                <c:pt idx="132">
                  <c:v>0.188906</c:v>
                </c:pt>
                <c:pt idx="133">
                  <c:v>1.101427</c:v>
                </c:pt>
                <c:pt idx="134">
                  <c:v>0.944683</c:v>
                </c:pt>
                <c:pt idx="135">
                  <c:v>1.552416</c:v>
                </c:pt>
                <c:pt idx="136">
                  <c:v>-1.132282</c:v>
                </c:pt>
                <c:pt idx="137">
                  <c:v>-0.062955</c:v>
                </c:pt>
                <c:pt idx="138">
                  <c:v>-0.056665</c:v>
                </c:pt>
                <c:pt idx="139">
                  <c:v>0.010722</c:v>
                </c:pt>
                <c:pt idx="140">
                  <c:v>0.089567</c:v>
                </c:pt>
                <c:pt idx="141">
                  <c:v>0.035376</c:v>
                </c:pt>
                <c:pt idx="142">
                  <c:v>0.65751</c:v>
                </c:pt>
                <c:pt idx="143">
                  <c:v>1.839331</c:v>
                </c:pt>
                <c:pt idx="144">
                  <c:v>0.261879</c:v>
                </c:pt>
                <c:pt idx="145">
                  <c:v>0.180982</c:v>
                </c:pt>
                <c:pt idx="146">
                  <c:v>-0.92701</c:v>
                </c:pt>
                <c:pt idx="147">
                  <c:v>0.403588</c:v>
                </c:pt>
                <c:pt idx="148">
                  <c:v>0.152654</c:v>
                </c:pt>
                <c:pt idx="149">
                  <c:v>0.572984</c:v>
                </c:pt>
                <c:pt idx="150">
                  <c:v>0.48638</c:v>
                </c:pt>
                <c:pt idx="151">
                  <c:v>0.112781</c:v>
                </c:pt>
                <c:pt idx="152">
                  <c:v>-0.104151</c:v>
                </c:pt>
                <c:pt idx="153">
                  <c:v>0.504531</c:v>
                </c:pt>
                <c:pt idx="154">
                  <c:v>-0.421945</c:v>
                </c:pt>
                <c:pt idx="155">
                  <c:v>0.353886</c:v>
                </c:pt>
                <c:pt idx="156">
                  <c:v>-0.324806</c:v>
                </c:pt>
                <c:pt idx="157">
                  <c:v>0.262417</c:v>
                </c:pt>
                <c:pt idx="158">
                  <c:v>0.653581</c:v>
                </c:pt>
                <c:pt idx="159">
                  <c:v>0.616985</c:v>
                </c:pt>
                <c:pt idx="160">
                  <c:v>0.242907</c:v>
                </c:pt>
                <c:pt idx="161">
                  <c:v>-0.254655</c:v>
                </c:pt>
                <c:pt idx="162">
                  <c:v>0.191959</c:v>
                </c:pt>
                <c:pt idx="163">
                  <c:v>-0.379622</c:v>
                </c:pt>
                <c:pt idx="164">
                  <c:v>-1.376154</c:v>
                </c:pt>
                <c:pt idx="165">
                  <c:v>0.420861</c:v>
                </c:pt>
                <c:pt idx="166">
                  <c:v>-1.071712</c:v>
                </c:pt>
                <c:pt idx="167">
                  <c:v>0.349036</c:v>
                </c:pt>
                <c:pt idx="168">
                  <c:v>-0.332997</c:v>
                </c:pt>
                <c:pt idx="169">
                  <c:v>-0.36824</c:v>
                </c:pt>
                <c:pt idx="170">
                  <c:v>0.100056</c:v>
                </c:pt>
                <c:pt idx="171">
                  <c:v>0.243598</c:v>
                </c:pt>
                <c:pt idx="172">
                  <c:v>0.154333</c:v>
                </c:pt>
                <c:pt idx="173">
                  <c:v>-0.14834</c:v>
                </c:pt>
                <c:pt idx="174">
                  <c:v>0.168434</c:v>
                </c:pt>
                <c:pt idx="175">
                  <c:v>0.058402</c:v>
                </c:pt>
                <c:pt idx="176">
                  <c:v>0.686699</c:v>
                </c:pt>
                <c:pt idx="177">
                  <c:v>-0.039296</c:v>
                </c:pt>
                <c:pt idx="178">
                  <c:v>-0.0326</c:v>
                </c:pt>
                <c:pt idx="179">
                  <c:v>0.054928</c:v>
                </c:pt>
                <c:pt idx="180">
                  <c:v>0.757765</c:v>
                </c:pt>
                <c:pt idx="181">
                  <c:v>0.628726</c:v>
                </c:pt>
                <c:pt idx="182">
                  <c:v>0.397945</c:v>
                </c:pt>
                <c:pt idx="183">
                  <c:v>0.935798</c:v>
                </c:pt>
                <c:pt idx="184">
                  <c:v>0.263473</c:v>
                </c:pt>
                <c:pt idx="185">
                  <c:v>-0.165122</c:v>
                </c:pt>
                <c:pt idx="186">
                  <c:v>1.69865</c:v>
                </c:pt>
                <c:pt idx="187">
                  <c:v>0.073896</c:v>
                </c:pt>
                <c:pt idx="188">
                  <c:v>0.724338</c:v>
                </c:pt>
                <c:pt idx="189">
                  <c:v>0.186514</c:v>
                </c:pt>
                <c:pt idx="190">
                  <c:v>-0.299872</c:v>
                </c:pt>
                <c:pt idx="191">
                  <c:v>0.076216</c:v>
                </c:pt>
                <c:pt idx="192">
                  <c:v>-0.021131</c:v>
                </c:pt>
                <c:pt idx="193">
                  <c:v>-0.151362</c:v>
                </c:pt>
                <c:pt idx="194">
                  <c:v>0.35051</c:v>
                </c:pt>
                <c:pt idx="195">
                  <c:v>-0.819993</c:v>
                </c:pt>
                <c:pt idx="196">
                  <c:v>0.756358</c:v>
                </c:pt>
                <c:pt idx="197">
                  <c:v>-0.25696</c:v>
                </c:pt>
                <c:pt idx="198">
                  <c:v>-0.273813</c:v>
                </c:pt>
                <c:pt idx="199">
                  <c:v>0.241582</c:v>
                </c:pt>
                <c:pt idx="200">
                  <c:v>0.085966</c:v>
                </c:pt>
                <c:pt idx="201">
                  <c:v>0.456358</c:v>
                </c:pt>
                <c:pt idx="202">
                  <c:v>0.144924</c:v>
                </c:pt>
                <c:pt idx="203">
                  <c:v>-0.348856</c:v>
                </c:pt>
                <c:pt idx="204">
                  <c:v>0.108486</c:v>
                </c:pt>
                <c:pt idx="205">
                  <c:v>0.647969</c:v>
                </c:pt>
                <c:pt idx="206">
                  <c:v>1.298428</c:v>
                </c:pt>
                <c:pt idx="207">
                  <c:v>-0.219788</c:v>
                </c:pt>
                <c:pt idx="208">
                  <c:v>-0.237392</c:v>
                </c:pt>
                <c:pt idx="209">
                  <c:v>-1.302795</c:v>
                </c:pt>
                <c:pt idx="210">
                  <c:v>0.453381</c:v>
                </c:pt>
                <c:pt idx="211">
                  <c:v>-1.27484</c:v>
                </c:pt>
                <c:pt idx="212">
                  <c:v>-0.719469</c:v>
                </c:pt>
                <c:pt idx="213">
                  <c:v>0.667508</c:v>
                </c:pt>
                <c:pt idx="214">
                  <c:v>-0.170963</c:v>
                </c:pt>
                <c:pt idx="215">
                  <c:v>0.329729</c:v>
                </c:pt>
                <c:pt idx="216">
                  <c:v>-0.521388</c:v>
                </c:pt>
                <c:pt idx="217">
                  <c:v>0.322845</c:v>
                </c:pt>
                <c:pt idx="218">
                  <c:v>0.774989</c:v>
                </c:pt>
                <c:pt idx="219">
                  <c:v>0.27611</c:v>
                </c:pt>
                <c:pt idx="220">
                  <c:v>-0.172334</c:v>
                </c:pt>
                <c:pt idx="221">
                  <c:v>-0.032206</c:v>
                </c:pt>
                <c:pt idx="222">
                  <c:v>-0.092729</c:v>
                </c:pt>
                <c:pt idx="223">
                  <c:v>0.544073</c:v>
                </c:pt>
                <c:pt idx="224">
                  <c:v>1.089811</c:v>
                </c:pt>
                <c:pt idx="225">
                  <c:v>-0.021129</c:v>
                </c:pt>
                <c:pt idx="226">
                  <c:v>-0.396697</c:v>
                </c:pt>
                <c:pt idx="227">
                  <c:v>-0.045719</c:v>
                </c:pt>
                <c:pt idx="228">
                  <c:v>0.151438</c:v>
                </c:pt>
                <c:pt idx="229">
                  <c:v>1.019287</c:v>
                </c:pt>
                <c:pt idx="230">
                  <c:v>-0.030767</c:v>
                </c:pt>
                <c:pt idx="231">
                  <c:v>-0.147172</c:v>
                </c:pt>
                <c:pt idx="232">
                  <c:v>-0.17134</c:v>
                </c:pt>
                <c:pt idx="233">
                  <c:v>0.590911</c:v>
                </c:pt>
                <c:pt idx="234">
                  <c:v>0.089005</c:v>
                </c:pt>
                <c:pt idx="235">
                  <c:v>0.397931</c:v>
                </c:pt>
                <c:pt idx="236">
                  <c:v>0.724924</c:v>
                </c:pt>
                <c:pt idx="237">
                  <c:v>-0.09506</c:v>
                </c:pt>
                <c:pt idx="238">
                  <c:v>-0.631387</c:v>
                </c:pt>
                <c:pt idx="239">
                  <c:v>0.018201</c:v>
                </c:pt>
                <c:pt idx="240">
                  <c:v>0.326598</c:v>
                </c:pt>
                <c:pt idx="241">
                  <c:v>-1.227205</c:v>
                </c:pt>
                <c:pt idx="242">
                  <c:v>-0.310548</c:v>
                </c:pt>
                <c:pt idx="243">
                  <c:v>0.064354</c:v>
                </c:pt>
                <c:pt idx="244">
                  <c:v>0.002622</c:v>
                </c:pt>
                <c:pt idx="245">
                  <c:v>-0.161517</c:v>
                </c:pt>
                <c:pt idx="246">
                  <c:v>-0.103844</c:v>
                </c:pt>
                <c:pt idx="247">
                  <c:v>-0.096981</c:v>
                </c:pt>
                <c:pt idx="248">
                  <c:v>0.512309</c:v>
                </c:pt>
                <c:pt idx="249">
                  <c:v>0.282296</c:v>
                </c:pt>
                <c:pt idx="250">
                  <c:v>0.286695</c:v>
                </c:pt>
                <c:pt idx="251">
                  <c:v>0.303767</c:v>
                </c:pt>
                <c:pt idx="252">
                  <c:v>0.307749</c:v>
                </c:pt>
                <c:pt idx="253">
                  <c:v>-0.482414</c:v>
                </c:pt>
                <c:pt idx="254">
                  <c:v>0.49858</c:v>
                </c:pt>
                <c:pt idx="255">
                  <c:v>0.644771</c:v>
                </c:pt>
                <c:pt idx="256">
                  <c:v>-0.04341</c:v>
                </c:pt>
                <c:pt idx="257">
                  <c:v>-0.591632</c:v>
                </c:pt>
                <c:pt idx="258">
                  <c:v>-0.017688</c:v>
                </c:pt>
                <c:pt idx="259">
                  <c:v>0.547547</c:v>
                </c:pt>
                <c:pt idx="260">
                  <c:v>0.03022</c:v>
                </c:pt>
                <c:pt idx="261">
                  <c:v>0.610738</c:v>
                </c:pt>
                <c:pt idx="262">
                  <c:v>0.423398</c:v>
                </c:pt>
                <c:pt idx="263">
                  <c:v>-0.279035</c:v>
                </c:pt>
                <c:pt idx="264">
                  <c:v>0.075146</c:v>
                </c:pt>
                <c:pt idx="265">
                  <c:v>0.280809</c:v>
                </c:pt>
                <c:pt idx="266">
                  <c:v>0.107431</c:v>
                </c:pt>
                <c:pt idx="267">
                  <c:v>0.298785</c:v>
                </c:pt>
                <c:pt idx="268">
                  <c:v>0.772794</c:v>
                </c:pt>
                <c:pt idx="269">
                  <c:v>0.096835</c:v>
                </c:pt>
                <c:pt idx="270">
                  <c:v>0.076401</c:v>
                </c:pt>
                <c:pt idx="271">
                  <c:v>0.383122</c:v>
                </c:pt>
                <c:pt idx="272">
                  <c:v>0.530322</c:v>
                </c:pt>
                <c:pt idx="273">
                  <c:v>0.094559</c:v>
                </c:pt>
                <c:pt idx="274">
                  <c:v>0.105676</c:v>
                </c:pt>
                <c:pt idx="275">
                  <c:v>-0.565924</c:v>
                </c:pt>
                <c:pt idx="276">
                  <c:v>-0.428215</c:v>
                </c:pt>
                <c:pt idx="277">
                  <c:v>0.170277</c:v>
                </c:pt>
                <c:pt idx="278">
                  <c:v>0.551241</c:v>
                </c:pt>
                <c:pt idx="279">
                  <c:v>-0.351272</c:v>
                </c:pt>
                <c:pt idx="280">
                  <c:v>-1.210942</c:v>
                </c:pt>
                <c:pt idx="281">
                  <c:v>0.030808</c:v>
                </c:pt>
                <c:pt idx="282">
                  <c:v>-0.719556</c:v>
                </c:pt>
                <c:pt idx="283">
                  <c:v>-0.087977</c:v>
                </c:pt>
                <c:pt idx="284">
                  <c:v>-0.463579</c:v>
                </c:pt>
                <c:pt idx="285">
                  <c:v>-0.688505</c:v>
                </c:pt>
                <c:pt idx="286">
                  <c:v>-0.443148</c:v>
                </c:pt>
                <c:pt idx="287">
                  <c:v>-0.066202</c:v>
                </c:pt>
                <c:pt idx="288">
                  <c:v>-0.217348</c:v>
                </c:pt>
                <c:pt idx="289">
                  <c:v>0.006768</c:v>
                </c:pt>
                <c:pt idx="290">
                  <c:v>-0.282264</c:v>
                </c:pt>
                <c:pt idx="291">
                  <c:v>-0.267772</c:v>
                </c:pt>
                <c:pt idx="292">
                  <c:v>-0.68334</c:v>
                </c:pt>
                <c:pt idx="293">
                  <c:v>0.080651</c:v>
                </c:pt>
                <c:pt idx="294">
                  <c:v>-0.284581</c:v>
                </c:pt>
                <c:pt idx="295">
                  <c:v>-0.104799</c:v>
                </c:pt>
                <c:pt idx="296">
                  <c:v>-0.177039</c:v>
                </c:pt>
                <c:pt idx="297">
                  <c:v>0.491962</c:v>
                </c:pt>
                <c:pt idx="298">
                  <c:v>-0.685258</c:v>
                </c:pt>
                <c:pt idx="299">
                  <c:v>-0.076695</c:v>
                </c:pt>
                <c:pt idx="300">
                  <c:v>-0.366111</c:v>
                </c:pt>
                <c:pt idx="301">
                  <c:v>-0.287506</c:v>
                </c:pt>
                <c:pt idx="302">
                  <c:v>-0.247938</c:v>
                </c:pt>
                <c:pt idx="303">
                  <c:v>0.258391</c:v>
                </c:pt>
                <c:pt idx="304">
                  <c:v>-1.162376</c:v>
                </c:pt>
                <c:pt idx="305">
                  <c:v>-0.294003</c:v>
                </c:pt>
                <c:pt idx="306">
                  <c:v>-0.560338</c:v>
                </c:pt>
                <c:pt idx="307">
                  <c:v>-0.227374</c:v>
                </c:pt>
                <c:pt idx="308">
                  <c:v>-0.517979</c:v>
                </c:pt>
                <c:pt idx="309">
                  <c:v>-0.281626</c:v>
                </c:pt>
                <c:pt idx="310">
                  <c:v>-0.393346</c:v>
                </c:pt>
                <c:pt idx="311">
                  <c:v>-0.107266</c:v>
                </c:pt>
                <c:pt idx="312">
                  <c:v>-0.185846</c:v>
                </c:pt>
                <c:pt idx="313">
                  <c:v>0.427799</c:v>
                </c:pt>
                <c:pt idx="314">
                  <c:v>0.132379</c:v>
                </c:pt>
                <c:pt idx="315">
                  <c:v>-0.060384</c:v>
                </c:pt>
                <c:pt idx="316">
                  <c:v>-0.081832</c:v>
                </c:pt>
                <c:pt idx="317">
                  <c:v>-0.194696</c:v>
                </c:pt>
                <c:pt idx="318">
                  <c:v>-0.295682</c:v>
                </c:pt>
                <c:pt idx="319">
                  <c:v>-0.028519</c:v>
                </c:pt>
                <c:pt idx="320">
                  <c:v>-0.937449</c:v>
                </c:pt>
                <c:pt idx="321">
                  <c:v>-0.042557</c:v>
                </c:pt>
                <c:pt idx="322">
                  <c:v>0.174135</c:v>
                </c:pt>
                <c:pt idx="323">
                  <c:v>0.086178</c:v>
                </c:pt>
                <c:pt idx="324">
                  <c:v>-1.147312</c:v>
                </c:pt>
                <c:pt idx="325">
                  <c:v>0.020998</c:v>
                </c:pt>
                <c:pt idx="326">
                  <c:v>-0.033224</c:v>
                </c:pt>
                <c:pt idx="327">
                  <c:v>-0.096936</c:v>
                </c:pt>
                <c:pt idx="328">
                  <c:v>-0.313525</c:v>
                </c:pt>
                <c:pt idx="329">
                  <c:v>-0.106269</c:v>
                </c:pt>
                <c:pt idx="330">
                  <c:v>0.029881</c:v>
                </c:pt>
                <c:pt idx="331">
                  <c:v>1.100745</c:v>
                </c:pt>
                <c:pt idx="332">
                  <c:v>-0.461329</c:v>
                </c:pt>
                <c:pt idx="333">
                  <c:v>-0.002891</c:v>
                </c:pt>
                <c:pt idx="334">
                  <c:v>1.252971</c:v>
                </c:pt>
                <c:pt idx="335">
                  <c:v>-0.329148</c:v>
                </c:pt>
                <c:pt idx="336">
                  <c:v>-0.033511</c:v>
                </c:pt>
                <c:pt idx="337">
                  <c:v>0.231029</c:v>
                </c:pt>
                <c:pt idx="338">
                  <c:v>-0.259499</c:v>
                </c:pt>
                <c:pt idx="339">
                  <c:v>-0.215734</c:v>
                </c:pt>
                <c:pt idx="340">
                  <c:v>-0.008448</c:v>
                </c:pt>
                <c:pt idx="341">
                  <c:v>-0.542021</c:v>
                </c:pt>
                <c:pt idx="342">
                  <c:v>0.579407</c:v>
                </c:pt>
                <c:pt idx="343">
                  <c:v>-0.336169</c:v>
                </c:pt>
                <c:pt idx="344">
                  <c:v>-0.399013</c:v>
                </c:pt>
                <c:pt idx="345">
                  <c:v>0.454924</c:v>
                </c:pt>
                <c:pt idx="346">
                  <c:v>0.20739</c:v>
                </c:pt>
                <c:pt idx="347">
                  <c:v>-0.004383</c:v>
                </c:pt>
                <c:pt idx="348">
                  <c:v>0.561986</c:v>
                </c:pt>
                <c:pt idx="349">
                  <c:v>0.582484</c:v>
                </c:pt>
                <c:pt idx="350">
                  <c:v>-0.193333</c:v>
                </c:pt>
                <c:pt idx="351">
                  <c:v>-0.086555</c:v>
                </c:pt>
                <c:pt idx="352">
                  <c:v>-0.109372</c:v>
                </c:pt>
                <c:pt idx="353">
                  <c:v>-0.147898</c:v>
                </c:pt>
                <c:pt idx="354">
                  <c:v>1.106192</c:v>
                </c:pt>
                <c:pt idx="355">
                  <c:v>0.126189</c:v>
                </c:pt>
                <c:pt idx="356">
                  <c:v>-0.509326</c:v>
                </c:pt>
                <c:pt idx="357">
                  <c:v>-0.0385</c:v>
                </c:pt>
                <c:pt idx="358">
                  <c:v>-0.012765</c:v>
                </c:pt>
                <c:pt idx="359">
                  <c:v>0.184198</c:v>
                </c:pt>
                <c:pt idx="360">
                  <c:v>0.948195</c:v>
                </c:pt>
                <c:pt idx="361">
                  <c:v>-0.492344</c:v>
                </c:pt>
                <c:pt idx="362">
                  <c:v>-0.328897</c:v>
                </c:pt>
                <c:pt idx="363">
                  <c:v>-0.258036</c:v>
                </c:pt>
                <c:pt idx="364">
                  <c:v>-0.202873</c:v>
                </c:pt>
                <c:pt idx="365">
                  <c:v>-0.242034</c:v>
                </c:pt>
                <c:pt idx="366">
                  <c:v>-0.072319</c:v>
                </c:pt>
                <c:pt idx="367">
                  <c:v>-0.449644</c:v>
                </c:pt>
                <c:pt idx="368">
                  <c:v>-0.113821</c:v>
                </c:pt>
                <c:pt idx="369">
                  <c:v>-0.14492</c:v>
                </c:pt>
                <c:pt idx="370">
                  <c:v>-0.147697</c:v>
                </c:pt>
                <c:pt idx="371">
                  <c:v>-0.287703</c:v>
                </c:pt>
                <c:pt idx="372">
                  <c:v>-0.719913</c:v>
                </c:pt>
                <c:pt idx="373">
                  <c:v>-0.218763</c:v>
                </c:pt>
                <c:pt idx="374">
                  <c:v>0.815568</c:v>
                </c:pt>
                <c:pt idx="375">
                  <c:v>-0.166148</c:v>
                </c:pt>
                <c:pt idx="376">
                  <c:v>-0.130562</c:v>
                </c:pt>
                <c:pt idx="377">
                  <c:v>0.02324</c:v>
                </c:pt>
                <c:pt idx="378">
                  <c:v>0.049753</c:v>
                </c:pt>
                <c:pt idx="379">
                  <c:v>-0.450512</c:v>
                </c:pt>
                <c:pt idx="380">
                  <c:v>-0.425654</c:v>
                </c:pt>
                <c:pt idx="381">
                  <c:v>-0.229158</c:v>
                </c:pt>
                <c:pt idx="382">
                  <c:v>-0.708368</c:v>
                </c:pt>
                <c:pt idx="383">
                  <c:v>0.789526</c:v>
                </c:pt>
                <c:pt idx="384">
                  <c:v>-0.156014</c:v>
                </c:pt>
                <c:pt idx="385">
                  <c:v>-0.590171</c:v>
                </c:pt>
                <c:pt idx="386">
                  <c:v>-0.038504</c:v>
                </c:pt>
                <c:pt idx="387">
                  <c:v>0.024644</c:v>
                </c:pt>
                <c:pt idx="388">
                  <c:v>-0.169777</c:v>
                </c:pt>
                <c:pt idx="389">
                  <c:v>-0.432649</c:v>
                </c:pt>
                <c:pt idx="390">
                  <c:v>-0.430882</c:v>
                </c:pt>
                <c:pt idx="391">
                  <c:v>1.37087</c:v>
                </c:pt>
                <c:pt idx="392">
                  <c:v>-0.148834</c:v>
                </c:pt>
                <c:pt idx="393">
                  <c:v>0.026828</c:v>
                </c:pt>
                <c:pt idx="394">
                  <c:v>0.728289</c:v>
                </c:pt>
                <c:pt idx="395">
                  <c:v>-0.02622</c:v>
                </c:pt>
                <c:pt idx="396">
                  <c:v>-0.260919</c:v>
                </c:pt>
                <c:pt idx="397">
                  <c:v>0.260267</c:v>
                </c:pt>
                <c:pt idx="398">
                  <c:v>0.465374</c:v>
                </c:pt>
                <c:pt idx="399">
                  <c:v>-0.299958</c:v>
                </c:pt>
                <c:pt idx="400">
                  <c:v>0.240679</c:v>
                </c:pt>
                <c:pt idx="401">
                  <c:v>-0.091141</c:v>
                </c:pt>
                <c:pt idx="402">
                  <c:v>-0.388151</c:v>
                </c:pt>
                <c:pt idx="403">
                  <c:v>-0.088097</c:v>
                </c:pt>
                <c:pt idx="404">
                  <c:v>-0.034932</c:v>
                </c:pt>
                <c:pt idx="405">
                  <c:v>0.048238</c:v>
                </c:pt>
                <c:pt idx="406">
                  <c:v>-0.45321</c:v>
                </c:pt>
                <c:pt idx="407">
                  <c:v>-0.173976</c:v>
                </c:pt>
                <c:pt idx="408">
                  <c:v>-0.028951</c:v>
                </c:pt>
                <c:pt idx="409">
                  <c:v>-0.218412</c:v>
                </c:pt>
                <c:pt idx="410">
                  <c:v>-0.106977</c:v>
                </c:pt>
                <c:pt idx="411">
                  <c:v>-0.243939</c:v>
                </c:pt>
                <c:pt idx="412">
                  <c:v>0.620781</c:v>
                </c:pt>
                <c:pt idx="413">
                  <c:v>0.611571</c:v>
                </c:pt>
              </c:numCache>
            </c:numRef>
          </c:xVal>
          <c:yVal>
            <c:numRef>
              <c:f>Sheet1!$B$395:$B$808</c:f>
              <c:numCache>
                <c:formatCode>General</c:formatCode>
                <c:ptCount val="414"/>
                <c:pt idx="0">
                  <c:v>3.0138303243202733</c:v>
                </c:pt>
                <c:pt idx="1">
                  <c:v>3.143440004964315</c:v>
                </c:pt>
                <c:pt idx="2">
                  <c:v>3.1603822751890656</c:v>
                </c:pt>
                <c:pt idx="3">
                  <c:v>2.9320302250821637</c:v>
                </c:pt>
                <c:pt idx="4">
                  <c:v>3.142401470138523</c:v>
                </c:pt>
                <c:pt idx="5">
                  <c:v>3.076358913037771</c:v>
                </c:pt>
                <c:pt idx="6">
                  <c:v>3.039453914408738</c:v>
                </c:pt>
                <c:pt idx="7">
                  <c:v>2.7908201171786406</c:v>
                </c:pt>
                <c:pt idx="8">
                  <c:v>3.1998123534969256</c:v>
                </c:pt>
                <c:pt idx="9">
                  <c:v>2.8364219843357064</c:v>
                </c:pt>
                <c:pt idx="10">
                  <c:v>3.040804151860385</c:v>
                </c:pt>
                <c:pt idx="11">
                  <c:v>2.948100552978501</c:v>
                </c:pt>
                <c:pt idx="12">
                  <c:v>3.0179568406294948</c:v>
                </c:pt>
                <c:pt idx="13">
                  <c:v>2.997614005453489</c:v>
                </c:pt>
                <c:pt idx="14">
                  <c:v>2.9181203338976056</c:v>
                </c:pt>
                <c:pt idx="15">
                  <c:v>2.958797517847527</c:v>
                </c:pt>
                <c:pt idx="16">
                  <c:v>2.68</c:v>
                </c:pt>
                <c:pt idx="17">
                  <c:v>2.929571135407059</c:v>
                </c:pt>
                <c:pt idx="18">
                  <c:v>3.033188770285118</c:v>
                </c:pt>
                <c:pt idx="19">
                  <c:v>3.1053124167526125</c:v>
                </c:pt>
                <c:pt idx="20">
                  <c:v>2.958637013439528</c:v>
                </c:pt>
                <c:pt idx="21">
                  <c:v>2.8856837303742897</c:v>
                </c:pt>
                <c:pt idx="22">
                  <c:v>3.0259232676493597</c:v>
                </c:pt>
                <c:pt idx="23">
                  <c:v>3.2229457004767514</c:v>
                </c:pt>
                <c:pt idx="24">
                  <c:v>3.1092669824894617</c:v>
                </c:pt>
                <c:pt idx="25">
                  <c:v>2.928718207639141</c:v>
                </c:pt>
                <c:pt idx="26">
                  <c:v>2.9603515811910013</c:v>
                </c:pt>
                <c:pt idx="27">
                  <c:v>2.95767485707301</c:v>
                </c:pt>
                <c:pt idx="28">
                  <c:v>2.9163935330929123</c:v>
                </c:pt>
                <c:pt idx="29">
                  <c:v>2.9013821163970737</c:v>
                </c:pt>
                <c:pt idx="30">
                  <c:v>3.033179875649056</c:v>
                </c:pt>
                <c:pt idx="31">
                  <c:v>2.78680150813769</c:v>
                </c:pt>
                <c:pt idx="32">
                  <c:v>3.125755698929255</c:v>
                </c:pt>
                <c:pt idx="33">
                  <c:v>3.135553374275469</c:v>
                </c:pt>
                <c:pt idx="34">
                  <c:v>3.0157205014633504</c:v>
                </c:pt>
                <c:pt idx="35">
                  <c:v>2.940164650603394</c:v>
                </c:pt>
                <c:pt idx="36">
                  <c:v>2.893539814883874</c:v>
                </c:pt>
                <c:pt idx="37">
                  <c:v>3.2067278815120184</c:v>
                </c:pt>
                <c:pt idx="38">
                  <c:v>2.9844875068375676</c:v>
                </c:pt>
                <c:pt idx="39">
                  <c:v>2.865152902425453</c:v>
                </c:pt>
                <c:pt idx="40">
                  <c:v>2.947583915515395</c:v>
                </c:pt>
                <c:pt idx="41">
                  <c:v>2.911748370009533</c:v>
                </c:pt>
                <c:pt idx="42">
                  <c:v>3.250525057733834</c:v>
                </c:pt>
                <c:pt idx="43">
                  <c:v>3.010642691805758</c:v>
                </c:pt>
                <c:pt idx="44">
                  <c:v>3.00355249223248</c:v>
                </c:pt>
                <c:pt idx="45">
                  <c:v>2.942689964458198</c:v>
                </c:pt>
                <c:pt idx="46">
                  <c:v>2.960917964261431</c:v>
                </c:pt>
                <c:pt idx="47">
                  <c:v>2.995151780512509</c:v>
                </c:pt>
                <c:pt idx="48">
                  <c:v>2.8835033230593843</c:v>
                </c:pt>
                <c:pt idx="49">
                  <c:v>2.9239961459014543</c:v>
                </c:pt>
                <c:pt idx="50">
                  <c:v>3.262195145215753</c:v>
                </c:pt>
                <c:pt idx="51">
                  <c:v>3.0184608566694657</c:v>
                </c:pt>
                <c:pt idx="52">
                  <c:v>2.885812942145813</c:v>
                </c:pt>
                <c:pt idx="53">
                  <c:v>2.955039171941803</c:v>
                </c:pt>
                <c:pt idx="54">
                  <c:v>3.1226635715101243</c:v>
                </c:pt>
                <c:pt idx="55">
                  <c:v>2.9007496877412184</c:v>
                </c:pt>
                <c:pt idx="56">
                  <c:v>2.901969059620068</c:v>
                </c:pt>
                <c:pt idx="57">
                  <c:v>2.9492855181993116</c:v>
                </c:pt>
                <c:pt idx="58">
                  <c:v>2.9252075480232396</c:v>
                </c:pt>
                <c:pt idx="59">
                  <c:v>2.8663288404848335</c:v>
                </c:pt>
                <c:pt idx="60">
                  <c:v>2.828901826205954</c:v>
                </c:pt>
                <c:pt idx="61">
                  <c:v>2.922912562903142</c:v>
                </c:pt>
                <c:pt idx="62">
                  <c:v>2.941586259873403</c:v>
                </c:pt>
                <c:pt idx="63">
                  <c:v>2.96253125706244</c:v>
                </c:pt>
                <c:pt idx="64">
                  <c:v>3.009202377685922</c:v>
                </c:pt>
                <c:pt idx="65">
                  <c:v>2.9896091614463756</c:v>
                </c:pt>
                <c:pt idx="66">
                  <c:v>2.836121106869809</c:v>
                </c:pt>
                <c:pt idx="67">
                  <c:v>2.7976309534255117</c:v>
                </c:pt>
                <c:pt idx="68">
                  <c:v>3.000965956526235</c:v>
                </c:pt>
                <c:pt idx="69">
                  <c:v>2.761668993764803</c:v>
                </c:pt>
                <c:pt idx="70">
                  <c:v>2.9150182364228634</c:v>
                </c:pt>
                <c:pt idx="71">
                  <c:v>2.884695254488934</c:v>
                </c:pt>
                <c:pt idx="72">
                  <c:v>3.128089270532976</c:v>
                </c:pt>
                <c:pt idx="73">
                  <c:v>3.02406468478168</c:v>
                </c:pt>
                <c:pt idx="74">
                  <c:v>3.0321268798513907</c:v>
                </c:pt>
                <c:pt idx="75">
                  <c:v>3.074078453920001</c:v>
                </c:pt>
                <c:pt idx="76">
                  <c:v>3.0701640816422233</c:v>
                </c:pt>
                <c:pt idx="77">
                  <c:v>3.052206797135184</c:v>
                </c:pt>
                <c:pt idx="78">
                  <c:v>2.918612451455574</c:v>
                </c:pt>
                <c:pt idx="79">
                  <c:v>2.878195619983474</c:v>
                </c:pt>
                <c:pt idx="80">
                  <c:v>2.9329669830060627</c:v>
                </c:pt>
                <c:pt idx="81">
                  <c:v>3.104812475055606</c:v>
                </c:pt>
                <c:pt idx="82">
                  <c:v>2.870934032562178</c:v>
                </c:pt>
                <c:pt idx="83">
                  <c:v>2.8533001185939093</c:v>
                </c:pt>
                <c:pt idx="84">
                  <c:v>2.8027510710652</c:v>
                </c:pt>
                <c:pt idx="85">
                  <c:v>2.9154224575696874</c:v>
                </c:pt>
                <c:pt idx="86">
                  <c:v>2.9099867884097885</c:v>
                </c:pt>
                <c:pt idx="87">
                  <c:v>2.927034122587779</c:v>
                </c:pt>
                <c:pt idx="88">
                  <c:v>2.787009013912802</c:v>
                </c:pt>
                <c:pt idx="89">
                  <c:v>3.105316636344929</c:v>
                </c:pt>
                <c:pt idx="90">
                  <c:v>3.145793086521479</c:v>
                </c:pt>
                <c:pt idx="91">
                  <c:v>2.7866135399243306</c:v>
                </c:pt>
                <c:pt idx="92">
                  <c:v>3.1278837657485417</c:v>
                </c:pt>
                <c:pt idx="93">
                  <c:v>2.965401912856087</c:v>
                </c:pt>
                <c:pt idx="94">
                  <c:v>2.9805003475187917</c:v>
                </c:pt>
                <c:pt idx="95">
                  <c:v>3.0929444744070542</c:v>
                </c:pt>
                <c:pt idx="96">
                  <c:v>2.822975523862035</c:v>
                </c:pt>
                <c:pt idx="97">
                  <c:v>2.867311228988912</c:v>
                </c:pt>
                <c:pt idx="98">
                  <c:v>3.1755272684988247</c:v>
                </c:pt>
                <c:pt idx="99">
                  <c:v>3.0310916453502643</c:v>
                </c:pt>
                <c:pt idx="100">
                  <c:v>3.0146906242315583</c:v>
                </c:pt>
                <c:pt idx="101">
                  <c:v>2.955759939900107</c:v>
                </c:pt>
                <c:pt idx="102">
                  <c:v>2.8122110477623528</c:v>
                </c:pt>
                <c:pt idx="103">
                  <c:v>2.9932826569069633</c:v>
                </c:pt>
                <c:pt idx="104">
                  <c:v>2.9527171888994466</c:v>
                </c:pt>
                <c:pt idx="105">
                  <c:v>2.8340724611618855</c:v>
                </c:pt>
                <c:pt idx="106">
                  <c:v>2.971296700388207</c:v>
                </c:pt>
                <c:pt idx="107">
                  <c:v>2.9399392169835075</c:v>
                </c:pt>
                <c:pt idx="108">
                  <c:v>3.0481113644249684</c:v>
                </c:pt>
                <c:pt idx="109">
                  <c:v>3.0200364457566176</c:v>
                </c:pt>
                <c:pt idx="110">
                  <c:v>2.965192658445747</c:v>
                </c:pt>
                <c:pt idx="111">
                  <c:v>3.037346041873767</c:v>
                </c:pt>
                <c:pt idx="112">
                  <c:v>3.202992015884169</c:v>
                </c:pt>
                <c:pt idx="113">
                  <c:v>2.8578977644891825</c:v>
                </c:pt>
                <c:pt idx="114">
                  <c:v>2.941916191768743</c:v>
                </c:pt>
                <c:pt idx="115">
                  <c:v>2.8302455684762977</c:v>
                </c:pt>
                <c:pt idx="116">
                  <c:v>2.9896804214868347</c:v>
                </c:pt>
                <c:pt idx="117">
                  <c:v>3.0349460568319344</c:v>
                </c:pt>
                <c:pt idx="118">
                  <c:v>2.68</c:v>
                </c:pt>
                <c:pt idx="119">
                  <c:v>2.8807402317994435</c:v>
                </c:pt>
                <c:pt idx="120">
                  <c:v>3.1283703418759856</c:v>
                </c:pt>
                <c:pt idx="121">
                  <c:v>3.1716095861833224</c:v>
                </c:pt>
                <c:pt idx="122">
                  <c:v>3.0429446196083756</c:v>
                </c:pt>
                <c:pt idx="123">
                  <c:v>2.9924936046413424</c:v>
                </c:pt>
                <c:pt idx="124">
                  <c:v>3.157266032146355</c:v>
                </c:pt>
                <c:pt idx="125">
                  <c:v>2.9544342351756008</c:v>
                </c:pt>
                <c:pt idx="126">
                  <c:v>3.0900374989804473</c:v>
                </c:pt>
                <c:pt idx="127">
                  <c:v>3.1022258544920405</c:v>
                </c:pt>
                <c:pt idx="128">
                  <c:v>3.148691916993158</c:v>
                </c:pt>
                <c:pt idx="129">
                  <c:v>3.1550476133308103</c:v>
                </c:pt>
                <c:pt idx="130">
                  <c:v>3.1516833451409085</c:v>
                </c:pt>
                <c:pt idx="131">
                  <c:v>2.940680482542926</c:v>
                </c:pt>
                <c:pt idx="132">
                  <c:v>2.923398388755099</c:v>
                </c:pt>
                <c:pt idx="133">
                  <c:v>2.88493724072154</c:v>
                </c:pt>
                <c:pt idx="134">
                  <c:v>2.973231074956662</c:v>
                </c:pt>
                <c:pt idx="135">
                  <c:v>2.8974205788945393</c:v>
                </c:pt>
                <c:pt idx="136">
                  <c:v>3.0550537023553725</c:v>
                </c:pt>
                <c:pt idx="137">
                  <c:v>2.046118031763202</c:v>
                </c:pt>
                <c:pt idx="138">
                  <c:v>2.1651396822228866</c:v>
                </c:pt>
                <c:pt idx="139">
                  <c:v>2.1350120109960513</c:v>
                </c:pt>
                <c:pt idx="140">
                  <c:v>2.1950432846645427</c:v>
                </c:pt>
                <c:pt idx="141">
                  <c:v>2.1167675410417903</c:v>
                </c:pt>
                <c:pt idx="142">
                  <c:v>2.1770160549755033</c:v>
                </c:pt>
                <c:pt idx="143">
                  <c:v>1.9479605232484594</c:v>
                </c:pt>
                <c:pt idx="144">
                  <c:v>1.8462874303826382</c:v>
                </c:pt>
                <c:pt idx="145">
                  <c:v>1.9268503008845923</c:v>
                </c:pt>
                <c:pt idx="146">
                  <c:v>2.2443396397025457</c:v>
                </c:pt>
                <c:pt idx="147">
                  <c:v>2.0220349982109465</c:v>
                </c:pt>
                <c:pt idx="148">
                  <c:v>1.828077740238406</c:v>
                </c:pt>
                <c:pt idx="149">
                  <c:v>1.9316264174927544</c:v>
                </c:pt>
                <c:pt idx="150">
                  <c:v>2.0465342741591233</c:v>
                </c:pt>
                <c:pt idx="151">
                  <c:v>1.9524452514033943</c:v>
                </c:pt>
                <c:pt idx="152">
                  <c:v>2.040441599217704</c:v>
                </c:pt>
                <c:pt idx="153">
                  <c:v>2.0351813772042378</c:v>
                </c:pt>
                <c:pt idx="154">
                  <c:v>2.0609836602842324</c:v>
                </c:pt>
                <c:pt idx="155">
                  <c:v>2.058582972317507</c:v>
                </c:pt>
                <c:pt idx="156">
                  <c:v>2.0292264974629073</c:v>
                </c:pt>
                <c:pt idx="157">
                  <c:v>1.9745888391427735</c:v>
                </c:pt>
                <c:pt idx="158">
                  <c:v>1.9284324397004344</c:v>
                </c:pt>
                <c:pt idx="159">
                  <c:v>2.071915882227628</c:v>
                </c:pt>
                <c:pt idx="160">
                  <c:v>2.167652777834861</c:v>
                </c:pt>
                <c:pt idx="161">
                  <c:v>1.9247352673209006</c:v>
                </c:pt>
                <c:pt idx="162">
                  <c:v>1.8888533370665954</c:v>
                </c:pt>
                <c:pt idx="163">
                  <c:v>1.853030420998304</c:v>
                </c:pt>
                <c:pt idx="164">
                  <c:v>1.9550531624035976</c:v>
                </c:pt>
                <c:pt idx="165">
                  <c:v>1.9398338645182183</c:v>
                </c:pt>
                <c:pt idx="166">
                  <c:v>1.8771362594611376</c:v>
                </c:pt>
                <c:pt idx="167">
                  <c:v>2.0022727310850663</c:v>
                </c:pt>
                <c:pt idx="168">
                  <c:v>1.9348886839201538</c:v>
                </c:pt>
                <c:pt idx="169">
                  <c:v>2.1627173884380513</c:v>
                </c:pt>
                <c:pt idx="170">
                  <c:v>1.962941608738064</c:v>
                </c:pt>
                <c:pt idx="171">
                  <c:v>2.2109639952497844</c:v>
                </c:pt>
                <c:pt idx="172">
                  <c:v>1.9725341051132823</c:v>
                </c:pt>
                <c:pt idx="173">
                  <c:v>1.844727676546426</c:v>
                </c:pt>
                <c:pt idx="174">
                  <c:v>1.9739574949910492</c:v>
                </c:pt>
                <c:pt idx="175">
                  <c:v>2.0505865422915446</c:v>
                </c:pt>
                <c:pt idx="176">
                  <c:v>1.957739117021362</c:v>
                </c:pt>
                <c:pt idx="177">
                  <c:v>1.9191011269475147</c:v>
                </c:pt>
                <c:pt idx="178">
                  <c:v>1.9480022289534173</c:v>
                </c:pt>
                <c:pt idx="179">
                  <c:v>2.008078391232301</c:v>
                </c:pt>
                <c:pt idx="180">
                  <c:v>1.7452675044045152</c:v>
                </c:pt>
                <c:pt idx="181">
                  <c:v>2.031936561322755</c:v>
                </c:pt>
                <c:pt idx="182">
                  <c:v>2.0450005562646227</c:v>
                </c:pt>
                <c:pt idx="183">
                  <c:v>1.9850794241623442</c:v>
                </c:pt>
                <c:pt idx="184">
                  <c:v>2.0112794546848476</c:v>
                </c:pt>
                <c:pt idx="185">
                  <c:v>2.0321506851628053</c:v>
                </c:pt>
                <c:pt idx="186">
                  <c:v>2.0300651260373472</c:v>
                </c:pt>
                <c:pt idx="187">
                  <c:v>1.9137110351916433</c:v>
                </c:pt>
                <c:pt idx="188">
                  <c:v>1.8590545942437018</c:v>
                </c:pt>
                <c:pt idx="189">
                  <c:v>2.0056142522894187</c:v>
                </c:pt>
                <c:pt idx="190">
                  <c:v>1.8738060950716298</c:v>
                </c:pt>
                <c:pt idx="191">
                  <c:v>1.9814016379960913</c:v>
                </c:pt>
                <c:pt idx="192">
                  <c:v>1.8139298787062663</c:v>
                </c:pt>
                <c:pt idx="193">
                  <c:v>2.0794425292895404</c:v>
                </c:pt>
                <c:pt idx="194">
                  <c:v>1.9502617261116688</c:v>
                </c:pt>
                <c:pt idx="195">
                  <c:v>1.9443443439593766</c:v>
                </c:pt>
                <c:pt idx="196">
                  <c:v>2.073477286909672</c:v>
                </c:pt>
                <c:pt idx="197">
                  <c:v>2.0105093736466704</c:v>
                </c:pt>
                <c:pt idx="198">
                  <c:v>1.7790304890243591</c:v>
                </c:pt>
                <c:pt idx="199">
                  <c:v>2.0070766466602485</c:v>
                </c:pt>
                <c:pt idx="200">
                  <c:v>1.8687690420169105</c:v>
                </c:pt>
                <c:pt idx="201">
                  <c:v>1.9694993814401172</c:v>
                </c:pt>
                <c:pt idx="202">
                  <c:v>2.061859217954531</c:v>
                </c:pt>
                <c:pt idx="203">
                  <c:v>2.050825239873384</c:v>
                </c:pt>
                <c:pt idx="204">
                  <c:v>2.151059695397656</c:v>
                </c:pt>
                <c:pt idx="205">
                  <c:v>2.02032002587376</c:v>
                </c:pt>
                <c:pt idx="206">
                  <c:v>2.004208084033768</c:v>
                </c:pt>
                <c:pt idx="207">
                  <c:v>2.041039898896217</c:v>
                </c:pt>
                <c:pt idx="208">
                  <c:v>2.0204964907187275</c:v>
                </c:pt>
                <c:pt idx="209">
                  <c:v>2.1639105187267083</c:v>
                </c:pt>
                <c:pt idx="210">
                  <c:v>1.8909949253658533</c:v>
                </c:pt>
                <c:pt idx="211">
                  <c:v>2.070619503918369</c:v>
                </c:pt>
                <c:pt idx="212">
                  <c:v>1.920539102933331</c:v>
                </c:pt>
                <c:pt idx="213">
                  <c:v>2.1405218201817737</c:v>
                </c:pt>
                <c:pt idx="214">
                  <c:v>1.9079787756253193</c:v>
                </c:pt>
                <c:pt idx="215">
                  <c:v>2.0592413377105854</c:v>
                </c:pt>
                <c:pt idx="216">
                  <c:v>1.9574183798464302</c:v>
                </c:pt>
                <c:pt idx="217">
                  <c:v>2.139315828497878</c:v>
                </c:pt>
                <c:pt idx="218">
                  <c:v>1.988876473252332</c:v>
                </c:pt>
                <c:pt idx="219">
                  <c:v>1.8686465329865345</c:v>
                </c:pt>
                <c:pt idx="220">
                  <c:v>1.9430559504207483</c:v>
                </c:pt>
                <c:pt idx="221">
                  <c:v>2.055626836209022</c:v>
                </c:pt>
                <c:pt idx="222">
                  <c:v>2.020531533431598</c:v>
                </c:pt>
                <c:pt idx="223">
                  <c:v>1.817684060561698</c:v>
                </c:pt>
                <c:pt idx="224">
                  <c:v>2.072604437003741</c:v>
                </c:pt>
                <c:pt idx="225">
                  <c:v>1.8744675697227533</c:v>
                </c:pt>
                <c:pt idx="226">
                  <c:v>2.0175032264568027</c:v>
                </c:pt>
                <c:pt idx="227">
                  <c:v>2.1061895169913387</c:v>
                </c:pt>
                <c:pt idx="228">
                  <c:v>2.05401901534057</c:v>
                </c:pt>
                <c:pt idx="229">
                  <c:v>1.89621921983392</c:v>
                </c:pt>
                <c:pt idx="230">
                  <c:v>1.9897364333556042</c:v>
                </c:pt>
                <c:pt idx="231">
                  <c:v>1.8861783885999415</c:v>
                </c:pt>
                <c:pt idx="232">
                  <c:v>2.060903023632908</c:v>
                </c:pt>
                <c:pt idx="233">
                  <c:v>1.8036015587956409</c:v>
                </c:pt>
                <c:pt idx="234">
                  <c:v>2.0735903194697713</c:v>
                </c:pt>
                <c:pt idx="235">
                  <c:v>1.9457521509159323</c:v>
                </c:pt>
                <c:pt idx="236">
                  <c:v>1.7736639550698805</c:v>
                </c:pt>
                <c:pt idx="237">
                  <c:v>1.9931949803188003</c:v>
                </c:pt>
                <c:pt idx="238">
                  <c:v>1.9560129902146233</c:v>
                </c:pt>
                <c:pt idx="239">
                  <c:v>2.0349446551824926</c:v>
                </c:pt>
                <c:pt idx="240">
                  <c:v>1.9143432783626397</c:v>
                </c:pt>
                <c:pt idx="241">
                  <c:v>1.948633748288814</c:v>
                </c:pt>
                <c:pt idx="242">
                  <c:v>2.0135673916602</c:v>
                </c:pt>
                <c:pt idx="243">
                  <c:v>1.91145757679384</c:v>
                </c:pt>
                <c:pt idx="244">
                  <c:v>1.9469578501429847</c:v>
                </c:pt>
                <c:pt idx="245">
                  <c:v>1.8619826039824114</c:v>
                </c:pt>
                <c:pt idx="246">
                  <c:v>1.9827846458208767</c:v>
                </c:pt>
                <c:pt idx="247">
                  <c:v>2.0781334035382675</c:v>
                </c:pt>
                <c:pt idx="248">
                  <c:v>2.0002693777502776</c:v>
                </c:pt>
                <c:pt idx="249">
                  <c:v>1.8276689432098794</c:v>
                </c:pt>
                <c:pt idx="250">
                  <c:v>1.9509457632322678</c:v>
                </c:pt>
                <c:pt idx="251">
                  <c:v>2.0759290580661998</c:v>
                </c:pt>
                <c:pt idx="252">
                  <c:v>1.7855904122248152</c:v>
                </c:pt>
                <c:pt idx="253">
                  <c:v>2.0716713986781765</c:v>
                </c:pt>
                <c:pt idx="254">
                  <c:v>1.9222620581435101</c:v>
                </c:pt>
                <c:pt idx="255">
                  <c:v>1.99798258347016</c:v>
                </c:pt>
                <c:pt idx="256">
                  <c:v>1.9157995912219592</c:v>
                </c:pt>
                <c:pt idx="257">
                  <c:v>2.0823659802034316</c:v>
                </c:pt>
                <c:pt idx="258">
                  <c:v>1.9981150104050245</c:v>
                </c:pt>
                <c:pt idx="259">
                  <c:v>2.0957346059746795</c:v>
                </c:pt>
                <c:pt idx="260">
                  <c:v>2.035364609331245</c:v>
                </c:pt>
                <c:pt idx="261">
                  <c:v>1.903979146766918</c:v>
                </c:pt>
                <c:pt idx="262">
                  <c:v>1.9723999341124752</c:v>
                </c:pt>
                <c:pt idx="263">
                  <c:v>1.9026368251470234</c:v>
                </c:pt>
                <c:pt idx="264">
                  <c:v>2.0492875964572375</c:v>
                </c:pt>
                <c:pt idx="265">
                  <c:v>2.1596486471805965</c:v>
                </c:pt>
                <c:pt idx="266">
                  <c:v>2.0009954888620194</c:v>
                </c:pt>
                <c:pt idx="267">
                  <c:v>1.8701420894260024</c:v>
                </c:pt>
                <c:pt idx="268">
                  <c:v>2.0313998268395492</c:v>
                </c:pt>
                <c:pt idx="269">
                  <c:v>1.871479331405862</c:v>
                </c:pt>
                <c:pt idx="270">
                  <c:v>1.8415161330076786</c:v>
                </c:pt>
                <c:pt idx="271">
                  <c:v>2.209991981373116</c:v>
                </c:pt>
                <c:pt idx="272">
                  <c:v>1.9742708004266296</c:v>
                </c:pt>
                <c:pt idx="273">
                  <c:v>0.9603500718794664</c:v>
                </c:pt>
                <c:pt idx="274">
                  <c:v>1.1090444706117717</c:v>
                </c:pt>
                <c:pt idx="275">
                  <c:v>1.2599354572579236</c:v>
                </c:pt>
                <c:pt idx="276">
                  <c:v>0.9063066194871244</c:v>
                </c:pt>
                <c:pt idx="277">
                  <c:v>0.836814826343409</c:v>
                </c:pt>
                <c:pt idx="278">
                  <c:v>0.8788908551430066</c:v>
                </c:pt>
                <c:pt idx="279">
                  <c:v>0.7838756126598124</c:v>
                </c:pt>
                <c:pt idx="280">
                  <c:v>1.192365668845105</c:v>
                </c:pt>
                <c:pt idx="281">
                  <c:v>1.0322486526056165</c:v>
                </c:pt>
                <c:pt idx="282">
                  <c:v>1.099509120743348</c:v>
                </c:pt>
                <c:pt idx="283">
                  <c:v>0.9888782768500489</c:v>
                </c:pt>
                <c:pt idx="284">
                  <c:v>0.9048447745678316</c:v>
                </c:pt>
                <c:pt idx="285">
                  <c:v>1.218474633327582</c:v>
                </c:pt>
                <c:pt idx="286">
                  <c:v>1.053067715177007</c:v>
                </c:pt>
                <c:pt idx="287">
                  <c:v>1.0601709232822343</c:v>
                </c:pt>
                <c:pt idx="288">
                  <c:v>0.9540920138498039</c:v>
                </c:pt>
                <c:pt idx="289">
                  <c:v>0.9623023028881548</c:v>
                </c:pt>
                <c:pt idx="290">
                  <c:v>1.2086591929567954</c:v>
                </c:pt>
                <c:pt idx="291">
                  <c:v>0.9801546606661455</c:v>
                </c:pt>
                <c:pt idx="292">
                  <c:v>1.0394389098956953</c:v>
                </c:pt>
                <c:pt idx="293">
                  <c:v>1.1025555911338183</c:v>
                </c:pt>
                <c:pt idx="294">
                  <c:v>1.0343594284775097</c:v>
                </c:pt>
                <c:pt idx="295">
                  <c:v>0.9736800082778656</c:v>
                </c:pt>
                <c:pt idx="296">
                  <c:v>1.1412482620324564</c:v>
                </c:pt>
                <c:pt idx="297">
                  <c:v>1.1125169632401841</c:v>
                </c:pt>
                <c:pt idx="298">
                  <c:v>1.0480455462364486</c:v>
                </c:pt>
                <c:pt idx="299">
                  <c:v>0.9742163503800049</c:v>
                </c:pt>
                <c:pt idx="300">
                  <c:v>0.9946037595508317</c:v>
                </c:pt>
                <c:pt idx="301">
                  <c:v>0.9310286506480918</c:v>
                </c:pt>
                <c:pt idx="302">
                  <c:v>0.8929069893714441</c:v>
                </c:pt>
                <c:pt idx="303">
                  <c:v>0.7869256075363413</c:v>
                </c:pt>
                <c:pt idx="304">
                  <c:v>1.1600242269591707</c:v>
                </c:pt>
                <c:pt idx="305">
                  <c:v>0.8402634983290798</c:v>
                </c:pt>
                <c:pt idx="306">
                  <c:v>1.1601052972836783</c:v>
                </c:pt>
                <c:pt idx="307">
                  <c:v>1.073133265749306</c:v>
                </c:pt>
                <c:pt idx="308">
                  <c:v>0.7709648036635719</c:v>
                </c:pt>
                <c:pt idx="309">
                  <c:v>0.9857562584710515</c:v>
                </c:pt>
                <c:pt idx="310">
                  <c:v>1.0552980176799531</c:v>
                </c:pt>
                <c:pt idx="311">
                  <c:v>0.9474904497375983</c:v>
                </c:pt>
                <c:pt idx="312">
                  <c:v>0.9745025312053991</c:v>
                </c:pt>
                <c:pt idx="313">
                  <c:v>0.835667180541956</c:v>
                </c:pt>
                <c:pt idx="314">
                  <c:v>0.8429544511524453</c:v>
                </c:pt>
                <c:pt idx="315">
                  <c:v>0.7421057014222453</c:v>
                </c:pt>
                <c:pt idx="316">
                  <c:v>1.0690553699051613</c:v>
                </c:pt>
                <c:pt idx="317">
                  <c:v>0.9676831636338329</c:v>
                </c:pt>
                <c:pt idx="318">
                  <c:v>0.9200174356755745</c:v>
                </c:pt>
                <c:pt idx="319">
                  <c:v>1.1373838205289482</c:v>
                </c:pt>
                <c:pt idx="320">
                  <c:v>0.9235351593136145</c:v>
                </c:pt>
                <c:pt idx="321">
                  <c:v>0.8811857097157926</c:v>
                </c:pt>
                <c:pt idx="322">
                  <c:v>1.0236326924457808</c:v>
                </c:pt>
                <c:pt idx="323">
                  <c:v>1.0375855520680304</c:v>
                </c:pt>
                <c:pt idx="324">
                  <c:v>0.9870640435816577</c:v>
                </c:pt>
                <c:pt idx="325">
                  <c:v>1.0474229654514544</c:v>
                </c:pt>
                <c:pt idx="326">
                  <c:v>1.1332722633000172</c:v>
                </c:pt>
                <c:pt idx="327">
                  <c:v>1.0279823235890608</c:v>
                </c:pt>
                <c:pt idx="328">
                  <c:v>0.8677295182429858</c:v>
                </c:pt>
                <c:pt idx="329">
                  <c:v>1.2001020990476203</c:v>
                </c:pt>
                <c:pt idx="330">
                  <c:v>1.0015481048801813</c:v>
                </c:pt>
                <c:pt idx="331">
                  <c:v>1.0808934169483195</c:v>
                </c:pt>
                <c:pt idx="332">
                  <c:v>0.9278766639530629</c:v>
                </c:pt>
                <c:pt idx="333">
                  <c:v>0.9142023457811842</c:v>
                </c:pt>
                <c:pt idx="334">
                  <c:v>1.0055954205703599</c:v>
                </c:pt>
                <c:pt idx="335">
                  <c:v>0.7187154173802053</c:v>
                </c:pt>
                <c:pt idx="336">
                  <c:v>0.8918653605010648</c:v>
                </c:pt>
                <c:pt idx="337">
                  <c:v>1.0955525511093422</c:v>
                </c:pt>
                <c:pt idx="338">
                  <c:v>1.0921577494603039</c:v>
                </c:pt>
                <c:pt idx="339">
                  <c:v>0.9395857762312796</c:v>
                </c:pt>
                <c:pt idx="340">
                  <c:v>1.0417963493837388</c:v>
                </c:pt>
                <c:pt idx="341">
                  <c:v>1.0180837946382997</c:v>
                </c:pt>
                <c:pt idx="342">
                  <c:v>1.1237699027693333</c:v>
                </c:pt>
                <c:pt idx="343">
                  <c:v>0.85736924739363</c:v>
                </c:pt>
                <c:pt idx="344">
                  <c:v>1.0384705959185594</c:v>
                </c:pt>
                <c:pt idx="345">
                  <c:v>0.9746297385630255</c:v>
                </c:pt>
                <c:pt idx="346">
                  <c:v>1.0937088038222542</c:v>
                </c:pt>
                <c:pt idx="347">
                  <c:v>0.8352556910540202</c:v>
                </c:pt>
                <c:pt idx="348">
                  <c:v>1.232999877744782</c:v>
                </c:pt>
                <c:pt idx="349">
                  <c:v>0.9392374883654765</c:v>
                </c:pt>
                <c:pt idx="350">
                  <c:v>0.9964328249165552</c:v>
                </c:pt>
                <c:pt idx="351">
                  <c:v>0.9511148162193036</c:v>
                </c:pt>
                <c:pt idx="352">
                  <c:v>0.9429516201306021</c:v>
                </c:pt>
                <c:pt idx="353">
                  <c:v>1.0982176348889376</c:v>
                </c:pt>
                <c:pt idx="354">
                  <c:v>0.8788189531987384</c:v>
                </c:pt>
                <c:pt idx="355">
                  <c:v>1.0077983154404844</c:v>
                </c:pt>
                <c:pt idx="356">
                  <c:v>0.9858891861889111</c:v>
                </c:pt>
                <c:pt idx="357">
                  <c:v>1.116806118476957</c:v>
                </c:pt>
                <c:pt idx="358">
                  <c:v>0.9148777048411652</c:v>
                </c:pt>
                <c:pt idx="359">
                  <c:v>0.8181975926033965</c:v>
                </c:pt>
                <c:pt idx="360">
                  <c:v>1.0620762205106817</c:v>
                </c:pt>
                <c:pt idx="361">
                  <c:v>0.8765207373781412</c:v>
                </c:pt>
                <c:pt idx="362">
                  <c:v>0.9083014295493856</c:v>
                </c:pt>
                <c:pt idx="363">
                  <c:v>1.167954689403388</c:v>
                </c:pt>
                <c:pt idx="364">
                  <c:v>0.9613258245402199</c:v>
                </c:pt>
                <c:pt idx="365">
                  <c:v>0.9015237022084596</c:v>
                </c:pt>
                <c:pt idx="366">
                  <c:v>0.913566704167996</c:v>
                </c:pt>
                <c:pt idx="367">
                  <c:v>0.9733783942830243</c:v>
                </c:pt>
                <c:pt idx="368">
                  <c:v>1.1180140942864178</c:v>
                </c:pt>
                <c:pt idx="369">
                  <c:v>1.0141034648148013</c:v>
                </c:pt>
                <c:pt idx="370">
                  <c:v>1.0535187117965932</c:v>
                </c:pt>
                <c:pt idx="371">
                  <c:v>0.8866115302850738</c:v>
                </c:pt>
                <c:pt idx="372">
                  <c:v>0.9950264196088301</c:v>
                </c:pt>
                <c:pt idx="373">
                  <c:v>0.8391375942175634</c:v>
                </c:pt>
                <c:pt idx="374">
                  <c:v>0.9664256386459494</c:v>
                </c:pt>
                <c:pt idx="375">
                  <c:v>1.0505720125709372</c:v>
                </c:pt>
                <c:pt idx="376">
                  <c:v>0.9588712986296078</c:v>
                </c:pt>
                <c:pt idx="377">
                  <c:v>1.0243667826136909</c:v>
                </c:pt>
                <c:pt idx="378">
                  <c:v>0.9758610638867085</c:v>
                </c:pt>
                <c:pt idx="379">
                  <c:v>0.9469926560567681</c:v>
                </c:pt>
                <c:pt idx="380">
                  <c:v>0.9754677830198277</c:v>
                </c:pt>
                <c:pt idx="381">
                  <c:v>1.103954163780216</c:v>
                </c:pt>
                <c:pt idx="382">
                  <c:v>1.1585118608453395</c:v>
                </c:pt>
                <c:pt idx="383">
                  <c:v>0.8036977544224428</c:v>
                </c:pt>
                <c:pt idx="384">
                  <c:v>0.8718806747710514</c:v>
                </c:pt>
                <c:pt idx="385">
                  <c:v>1.0359417507843338</c:v>
                </c:pt>
                <c:pt idx="386">
                  <c:v>0.9128552133190135</c:v>
                </c:pt>
                <c:pt idx="387">
                  <c:v>0.9552090440825598</c:v>
                </c:pt>
                <c:pt idx="388">
                  <c:v>1.016952820879781</c:v>
                </c:pt>
                <c:pt idx="389">
                  <c:v>1.044862803349686</c:v>
                </c:pt>
                <c:pt idx="390">
                  <c:v>1.0151266610352514</c:v>
                </c:pt>
                <c:pt idx="391">
                  <c:v>1.0536590399106742</c:v>
                </c:pt>
                <c:pt idx="392">
                  <c:v>0.928451739307741</c:v>
                </c:pt>
                <c:pt idx="393">
                  <c:v>0.8571621284926324</c:v>
                </c:pt>
                <c:pt idx="394">
                  <c:v>1.0787425065397713</c:v>
                </c:pt>
                <c:pt idx="395">
                  <c:v>1.0239381978190327</c:v>
                </c:pt>
                <c:pt idx="396">
                  <c:v>0.8980610608437254</c:v>
                </c:pt>
                <c:pt idx="397">
                  <c:v>1.0213537862017894</c:v>
                </c:pt>
                <c:pt idx="398">
                  <c:v>1.2037518599522283</c:v>
                </c:pt>
                <c:pt idx="399">
                  <c:v>1.2139975803154976</c:v>
                </c:pt>
                <c:pt idx="400">
                  <c:v>1.076454934836238</c:v>
                </c:pt>
                <c:pt idx="401">
                  <c:v>1.0421865949295812</c:v>
                </c:pt>
                <c:pt idx="402">
                  <c:v>0.8728310740646081</c:v>
                </c:pt>
                <c:pt idx="403">
                  <c:v>1.1089321515527104</c:v>
                </c:pt>
                <c:pt idx="404">
                  <c:v>0.9715200938586269</c:v>
                </c:pt>
                <c:pt idx="405">
                  <c:v>1.1624428168595013</c:v>
                </c:pt>
                <c:pt idx="406">
                  <c:v>0.9363867794834213</c:v>
                </c:pt>
                <c:pt idx="407">
                  <c:v>0.900229460092336</c:v>
                </c:pt>
                <c:pt idx="408">
                  <c:v>1.071761115670643</c:v>
                </c:pt>
                <c:pt idx="409">
                  <c:v>1.1053411316116253</c:v>
                </c:pt>
                <c:pt idx="410">
                  <c:v>1.1965354146223364</c:v>
                </c:pt>
                <c:pt idx="411">
                  <c:v>1.0547530280086008</c:v>
                </c:pt>
                <c:pt idx="412">
                  <c:v>0.9503001744112457</c:v>
                </c:pt>
                <c:pt idx="413">
                  <c:v>1.0385608612587347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Sheet1!$B$810</c:f>
              <c:strCache>
                <c:ptCount val="1"/>
                <c:pt idx="0">
                  <c:v>high map value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C94040"/>
              </a:solidFill>
              <a:ln>
                <a:noFill/>
              </a:ln>
            </c:spPr>
          </c:marker>
          <c:xVal>
            <c:numRef>
              <c:f>Sheet1!$A$811:$A$1205</c:f>
              <c:numCache>
                <c:formatCode>General</c:formatCode>
                <c:ptCount val="395"/>
                <c:pt idx="0">
                  <c:v>1.69232</c:v>
                </c:pt>
                <c:pt idx="1">
                  <c:v>2.869365</c:v>
                </c:pt>
                <c:pt idx="2">
                  <c:v>0.750966</c:v>
                </c:pt>
                <c:pt idx="3">
                  <c:v>2.754204</c:v>
                </c:pt>
                <c:pt idx="4">
                  <c:v>1.690335</c:v>
                </c:pt>
                <c:pt idx="5">
                  <c:v>1.927661</c:v>
                </c:pt>
                <c:pt idx="6">
                  <c:v>0.871323</c:v>
                </c:pt>
                <c:pt idx="7">
                  <c:v>2.008114</c:v>
                </c:pt>
                <c:pt idx="8">
                  <c:v>3.894178</c:v>
                </c:pt>
                <c:pt idx="9">
                  <c:v>0.136379</c:v>
                </c:pt>
                <c:pt idx="10">
                  <c:v>1.743558</c:v>
                </c:pt>
                <c:pt idx="11">
                  <c:v>1.339612</c:v>
                </c:pt>
                <c:pt idx="12">
                  <c:v>3.309482</c:v>
                </c:pt>
                <c:pt idx="13">
                  <c:v>1.920855</c:v>
                </c:pt>
                <c:pt idx="14">
                  <c:v>3.779527</c:v>
                </c:pt>
                <c:pt idx="15">
                  <c:v>0.520616</c:v>
                </c:pt>
                <c:pt idx="16">
                  <c:v>1.257559</c:v>
                </c:pt>
                <c:pt idx="17">
                  <c:v>2.473748</c:v>
                </c:pt>
                <c:pt idx="18">
                  <c:v>-0.050381</c:v>
                </c:pt>
                <c:pt idx="19">
                  <c:v>2.463577</c:v>
                </c:pt>
                <c:pt idx="20">
                  <c:v>0.90578</c:v>
                </c:pt>
                <c:pt idx="21">
                  <c:v>0.569692</c:v>
                </c:pt>
                <c:pt idx="22">
                  <c:v>1.883051</c:v>
                </c:pt>
                <c:pt idx="23">
                  <c:v>2.925469</c:v>
                </c:pt>
                <c:pt idx="24">
                  <c:v>0.215146</c:v>
                </c:pt>
                <c:pt idx="25">
                  <c:v>-0.957186</c:v>
                </c:pt>
                <c:pt idx="26">
                  <c:v>2.197942</c:v>
                </c:pt>
                <c:pt idx="27">
                  <c:v>-1.712842</c:v>
                </c:pt>
                <c:pt idx="28">
                  <c:v>2.609773</c:v>
                </c:pt>
                <c:pt idx="29">
                  <c:v>0.127791</c:v>
                </c:pt>
                <c:pt idx="30">
                  <c:v>0.908751</c:v>
                </c:pt>
                <c:pt idx="31">
                  <c:v>1.728134</c:v>
                </c:pt>
                <c:pt idx="32">
                  <c:v>1.452709</c:v>
                </c:pt>
                <c:pt idx="33">
                  <c:v>3.808583</c:v>
                </c:pt>
                <c:pt idx="34">
                  <c:v>2.01029</c:v>
                </c:pt>
                <c:pt idx="35">
                  <c:v>2.097009</c:v>
                </c:pt>
                <c:pt idx="36">
                  <c:v>1.468985</c:v>
                </c:pt>
                <c:pt idx="37">
                  <c:v>2.053373</c:v>
                </c:pt>
                <c:pt idx="38">
                  <c:v>0.795746</c:v>
                </c:pt>
                <c:pt idx="39">
                  <c:v>0.986925</c:v>
                </c:pt>
                <c:pt idx="40">
                  <c:v>-0.032653</c:v>
                </c:pt>
                <c:pt idx="41">
                  <c:v>3.16112</c:v>
                </c:pt>
                <c:pt idx="42">
                  <c:v>1.326981</c:v>
                </c:pt>
                <c:pt idx="43">
                  <c:v>1.472723</c:v>
                </c:pt>
                <c:pt idx="44">
                  <c:v>1.801732</c:v>
                </c:pt>
                <c:pt idx="45">
                  <c:v>0.865259</c:v>
                </c:pt>
                <c:pt idx="46">
                  <c:v>0.197213</c:v>
                </c:pt>
                <c:pt idx="47">
                  <c:v>2.221475</c:v>
                </c:pt>
                <c:pt idx="48">
                  <c:v>0.955958</c:v>
                </c:pt>
                <c:pt idx="49">
                  <c:v>0.125232</c:v>
                </c:pt>
                <c:pt idx="50">
                  <c:v>4.072588</c:v>
                </c:pt>
                <c:pt idx="51">
                  <c:v>1.533668</c:v>
                </c:pt>
                <c:pt idx="52">
                  <c:v>1.783556</c:v>
                </c:pt>
                <c:pt idx="53">
                  <c:v>2.466367</c:v>
                </c:pt>
                <c:pt idx="54">
                  <c:v>2.00865</c:v>
                </c:pt>
                <c:pt idx="55">
                  <c:v>1.53594</c:v>
                </c:pt>
                <c:pt idx="56">
                  <c:v>-0.039482</c:v>
                </c:pt>
                <c:pt idx="57">
                  <c:v>0.833963</c:v>
                </c:pt>
                <c:pt idx="58">
                  <c:v>2.281646</c:v>
                </c:pt>
                <c:pt idx="59">
                  <c:v>1.660377</c:v>
                </c:pt>
                <c:pt idx="60">
                  <c:v>1.877048</c:v>
                </c:pt>
                <c:pt idx="61">
                  <c:v>2.891807</c:v>
                </c:pt>
                <c:pt idx="62">
                  <c:v>2.888963</c:v>
                </c:pt>
                <c:pt idx="63">
                  <c:v>0.81795</c:v>
                </c:pt>
                <c:pt idx="64">
                  <c:v>0.541226</c:v>
                </c:pt>
                <c:pt idx="65">
                  <c:v>2.125234</c:v>
                </c:pt>
                <c:pt idx="66">
                  <c:v>1.097222</c:v>
                </c:pt>
                <c:pt idx="67">
                  <c:v>2.170668</c:v>
                </c:pt>
                <c:pt idx="68">
                  <c:v>1.656663</c:v>
                </c:pt>
                <c:pt idx="69">
                  <c:v>4.850278</c:v>
                </c:pt>
                <c:pt idx="70">
                  <c:v>1.128751</c:v>
                </c:pt>
                <c:pt idx="71">
                  <c:v>-0.25012</c:v>
                </c:pt>
                <c:pt idx="72">
                  <c:v>1.426718</c:v>
                </c:pt>
                <c:pt idx="73">
                  <c:v>0.588194</c:v>
                </c:pt>
                <c:pt idx="74">
                  <c:v>2.745448</c:v>
                </c:pt>
                <c:pt idx="75">
                  <c:v>2.194255</c:v>
                </c:pt>
                <c:pt idx="76">
                  <c:v>0.062715</c:v>
                </c:pt>
                <c:pt idx="77">
                  <c:v>1.61271</c:v>
                </c:pt>
                <c:pt idx="78">
                  <c:v>3.001797</c:v>
                </c:pt>
                <c:pt idx="79">
                  <c:v>3.474023</c:v>
                </c:pt>
                <c:pt idx="80">
                  <c:v>0.802657</c:v>
                </c:pt>
                <c:pt idx="81">
                  <c:v>2.10081</c:v>
                </c:pt>
                <c:pt idx="82">
                  <c:v>2.32072</c:v>
                </c:pt>
                <c:pt idx="83">
                  <c:v>1.842608</c:v>
                </c:pt>
                <c:pt idx="84">
                  <c:v>1.346514</c:v>
                </c:pt>
                <c:pt idx="85">
                  <c:v>1.972412</c:v>
                </c:pt>
                <c:pt idx="86">
                  <c:v>0.61059</c:v>
                </c:pt>
                <c:pt idx="87">
                  <c:v>0.938826</c:v>
                </c:pt>
                <c:pt idx="88">
                  <c:v>-0.012577</c:v>
                </c:pt>
                <c:pt idx="89">
                  <c:v>1.280489</c:v>
                </c:pt>
                <c:pt idx="90">
                  <c:v>2.192561</c:v>
                </c:pt>
                <c:pt idx="91">
                  <c:v>2.317335</c:v>
                </c:pt>
                <c:pt idx="92">
                  <c:v>0.434042</c:v>
                </c:pt>
                <c:pt idx="93">
                  <c:v>0.775394</c:v>
                </c:pt>
                <c:pt idx="94">
                  <c:v>1.263465</c:v>
                </c:pt>
                <c:pt idx="95">
                  <c:v>2.347646</c:v>
                </c:pt>
                <c:pt idx="96">
                  <c:v>1.221843</c:v>
                </c:pt>
                <c:pt idx="97">
                  <c:v>0.128617</c:v>
                </c:pt>
                <c:pt idx="98">
                  <c:v>2.912906</c:v>
                </c:pt>
                <c:pt idx="99">
                  <c:v>1.660671</c:v>
                </c:pt>
                <c:pt idx="100">
                  <c:v>0.802895</c:v>
                </c:pt>
                <c:pt idx="101">
                  <c:v>0.473066</c:v>
                </c:pt>
                <c:pt idx="102">
                  <c:v>1.178468</c:v>
                </c:pt>
                <c:pt idx="103">
                  <c:v>1.43829</c:v>
                </c:pt>
                <c:pt idx="104">
                  <c:v>1.291809</c:v>
                </c:pt>
                <c:pt idx="105">
                  <c:v>1.34652</c:v>
                </c:pt>
                <c:pt idx="106">
                  <c:v>0.832401</c:v>
                </c:pt>
                <c:pt idx="107">
                  <c:v>1.278797</c:v>
                </c:pt>
                <c:pt idx="108">
                  <c:v>2.533411</c:v>
                </c:pt>
                <c:pt idx="109">
                  <c:v>0.799786</c:v>
                </c:pt>
                <c:pt idx="110">
                  <c:v>2.02444</c:v>
                </c:pt>
                <c:pt idx="111">
                  <c:v>0.310574</c:v>
                </c:pt>
                <c:pt idx="112">
                  <c:v>3.013303</c:v>
                </c:pt>
                <c:pt idx="113">
                  <c:v>1.103129</c:v>
                </c:pt>
                <c:pt idx="114">
                  <c:v>2.183089</c:v>
                </c:pt>
                <c:pt idx="115">
                  <c:v>1.307953</c:v>
                </c:pt>
                <c:pt idx="116">
                  <c:v>0.316413</c:v>
                </c:pt>
                <c:pt idx="117">
                  <c:v>-0.810291</c:v>
                </c:pt>
                <c:pt idx="118">
                  <c:v>1.765495</c:v>
                </c:pt>
                <c:pt idx="119">
                  <c:v>0.867282</c:v>
                </c:pt>
                <c:pt idx="120">
                  <c:v>0.525889</c:v>
                </c:pt>
                <c:pt idx="121">
                  <c:v>2.454188</c:v>
                </c:pt>
                <c:pt idx="122">
                  <c:v>0.441745</c:v>
                </c:pt>
                <c:pt idx="123">
                  <c:v>2.278417</c:v>
                </c:pt>
                <c:pt idx="124">
                  <c:v>2.649487</c:v>
                </c:pt>
                <c:pt idx="125">
                  <c:v>1.614821</c:v>
                </c:pt>
                <c:pt idx="126">
                  <c:v>1.112829</c:v>
                </c:pt>
                <c:pt idx="127">
                  <c:v>0.533377</c:v>
                </c:pt>
                <c:pt idx="128">
                  <c:v>0.156588</c:v>
                </c:pt>
                <c:pt idx="129">
                  <c:v>0.181444</c:v>
                </c:pt>
                <c:pt idx="130">
                  <c:v>-0.283216</c:v>
                </c:pt>
                <c:pt idx="131">
                  <c:v>1.46301</c:v>
                </c:pt>
                <c:pt idx="132">
                  <c:v>0.252267</c:v>
                </c:pt>
                <c:pt idx="133">
                  <c:v>0.349217</c:v>
                </c:pt>
                <c:pt idx="134">
                  <c:v>-1.718702</c:v>
                </c:pt>
                <c:pt idx="135">
                  <c:v>0.429307</c:v>
                </c:pt>
                <c:pt idx="136">
                  <c:v>-0.990616</c:v>
                </c:pt>
                <c:pt idx="137">
                  <c:v>0.335084</c:v>
                </c:pt>
                <c:pt idx="138">
                  <c:v>-0.469409</c:v>
                </c:pt>
                <c:pt idx="139">
                  <c:v>0.553511</c:v>
                </c:pt>
                <c:pt idx="140">
                  <c:v>1.101211</c:v>
                </c:pt>
                <c:pt idx="141">
                  <c:v>0.078603</c:v>
                </c:pt>
                <c:pt idx="142">
                  <c:v>-0.395503</c:v>
                </c:pt>
                <c:pt idx="143">
                  <c:v>0.375101</c:v>
                </c:pt>
                <c:pt idx="144">
                  <c:v>0.194785</c:v>
                </c:pt>
                <c:pt idx="145">
                  <c:v>0.016838</c:v>
                </c:pt>
                <c:pt idx="146">
                  <c:v>-0.085069</c:v>
                </c:pt>
                <c:pt idx="147">
                  <c:v>0.670845</c:v>
                </c:pt>
                <c:pt idx="148">
                  <c:v>-0.143694</c:v>
                </c:pt>
                <c:pt idx="149">
                  <c:v>0.028454</c:v>
                </c:pt>
                <c:pt idx="150">
                  <c:v>-0.019331</c:v>
                </c:pt>
                <c:pt idx="151">
                  <c:v>-0.197439</c:v>
                </c:pt>
                <c:pt idx="152">
                  <c:v>0.954413</c:v>
                </c:pt>
                <c:pt idx="153">
                  <c:v>0.194741</c:v>
                </c:pt>
                <c:pt idx="154">
                  <c:v>1.132841</c:v>
                </c:pt>
                <c:pt idx="155">
                  <c:v>-0.269917</c:v>
                </c:pt>
                <c:pt idx="156">
                  <c:v>0.293474</c:v>
                </c:pt>
                <c:pt idx="157">
                  <c:v>0.03169</c:v>
                </c:pt>
                <c:pt idx="158">
                  <c:v>-1.115393</c:v>
                </c:pt>
                <c:pt idx="159">
                  <c:v>0.282222</c:v>
                </c:pt>
                <c:pt idx="160">
                  <c:v>0.229265</c:v>
                </c:pt>
                <c:pt idx="161">
                  <c:v>-0.553168</c:v>
                </c:pt>
                <c:pt idx="162">
                  <c:v>0.0854</c:v>
                </c:pt>
                <c:pt idx="163">
                  <c:v>-0.008956</c:v>
                </c:pt>
                <c:pt idx="164">
                  <c:v>0.536584</c:v>
                </c:pt>
                <c:pt idx="165">
                  <c:v>-0.386513</c:v>
                </c:pt>
                <c:pt idx="166">
                  <c:v>-0.109695</c:v>
                </c:pt>
                <c:pt idx="167">
                  <c:v>-0.568873</c:v>
                </c:pt>
                <c:pt idx="168">
                  <c:v>0.212486</c:v>
                </c:pt>
                <c:pt idx="169">
                  <c:v>1.303215</c:v>
                </c:pt>
                <c:pt idx="170">
                  <c:v>0.12127</c:v>
                </c:pt>
                <c:pt idx="171">
                  <c:v>-0.098582</c:v>
                </c:pt>
                <c:pt idx="172">
                  <c:v>0.292533</c:v>
                </c:pt>
                <c:pt idx="173">
                  <c:v>0.112622</c:v>
                </c:pt>
                <c:pt idx="174">
                  <c:v>0.546887</c:v>
                </c:pt>
                <c:pt idx="175">
                  <c:v>0.58329</c:v>
                </c:pt>
                <c:pt idx="176">
                  <c:v>0.109734</c:v>
                </c:pt>
                <c:pt idx="177">
                  <c:v>-0.014661</c:v>
                </c:pt>
                <c:pt idx="178">
                  <c:v>0.214601</c:v>
                </c:pt>
                <c:pt idx="179">
                  <c:v>0.082477</c:v>
                </c:pt>
                <c:pt idx="180">
                  <c:v>0.381989</c:v>
                </c:pt>
                <c:pt idx="181">
                  <c:v>1.181353</c:v>
                </c:pt>
                <c:pt idx="182">
                  <c:v>0.038809</c:v>
                </c:pt>
                <c:pt idx="183">
                  <c:v>0.344477</c:v>
                </c:pt>
                <c:pt idx="184">
                  <c:v>-0.010797</c:v>
                </c:pt>
                <c:pt idx="185">
                  <c:v>0.509655</c:v>
                </c:pt>
                <c:pt idx="186">
                  <c:v>-0.19904</c:v>
                </c:pt>
                <c:pt idx="187">
                  <c:v>-0.093781</c:v>
                </c:pt>
                <c:pt idx="188">
                  <c:v>0.880847</c:v>
                </c:pt>
                <c:pt idx="189">
                  <c:v>-0.156638</c:v>
                </c:pt>
                <c:pt idx="190">
                  <c:v>0.333778</c:v>
                </c:pt>
                <c:pt idx="191">
                  <c:v>-0.300743</c:v>
                </c:pt>
                <c:pt idx="192">
                  <c:v>0.488555</c:v>
                </c:pt>
                <c:pt idx="193">
                  <c:v>-0.083011</c:v>
                </c:pt>
                <c:pt idx="194">
                  <c:v>0.052856</c:v>
                </c:pt>
                <c:pt idx="195">
                  <c:v>0.129104</c:v>
                </c:pt>
                <c:pt idx="196">
                  <c:v>-0.397284</c:v>
                </c:pt>
                <c:pt idx="197">
                  <c:v>0.105046</c:v>
                </c:pt>
                <c:pt idx="198">
                  <c:v>0.95665</c:v>
                </c:pt>
                <c:pt idx="199">
                  <c:v>0.215153</c:v>
                </c:pt>
                <c:pt idx="200">
                  <c:v>-0.812762</c:v>
                </c:pt>
                <c:pt idx="201">
                  <c:v>0.25769</c:v>
                </c:pt>
                <c:pt idx="202">
                  <c:v>-0.696394</c:v>
                </c:pt>
                <c:pt idx="203">
                  <c:v>0.621749</c:v>
                </c:pt>
                <c:pt idx="204">
                  <c:v>-0.004767</c:v>
                </c:pt>
                <c:pt idx="205">
                  <c:v>0.952612</c:v>
                </c:pt>
                <c:pt idx="206">
                  <c:v>0.155017</c:v>
                </c:pt>
                <c:pt idx="207">
                  <c:v>0.013893</c:v>
                </c:pt>
                <c:pt idx="208">
                  <c:v>-0.150324</c:v>
                </c:pt>
                <c:pt idx="209">
                  <c:v>-0.133234</c:v>
                </c:pt>
                <c:pt idx="210">
                  <c:v>0.244944</c:v>
                </c:pt>
                <c:pt idx="211">
                  <c:v>-0.136349</c:v>
                </c:pt>
                <c:pt idx="212">
                  <c:v>0.279348</c:v>
                </c:pt>
                <c:pt idx="213">
                  <c:v>0.291403</c:v>
                </c:pt>
                <c:pt idx="214">
                  <c:v>0.059203</c:v>
                </c:pt>
                <c:pt idx="215">
                  <c:v>0.835951</c:v>
                </c:pt>
                <c:pt idx="216">
                  <c:v>0.15375</c:v>
                </c:pt>
                <c:pt idx="217">
                  <c:v>-0.544236</c:v>
                </c:pt>
                <c:pt idx="218">
                  <c:v>-0.209352</c:v>
                </c:pt>
                <c:pt idx="219">
                  <c:v>0.767112</c:v>
                </c:pt>
                <c:pt idx="220">
                  <c:v>0.280862</c:v>
                </c:pt>
                <c:pt idx="221">
                  <c:v>-0.735877</c:v>
                </c:pt>
                <c:pt idx="222">
                  <c:v>0.406081</c:v>
                </c:pt>
                <c:pt idx="223">
                  <c:v>0.075027</c:v>
                </c:pt>
                <c:pt idx="224">
                  <c:v>0.160495</c:v>
                </c:pt>
                <c:pt idx="225">
                  <c:v>0.235221</c:v>
                </c:pt>
                <c:pt idx="226">
                  <c:v>0.075152</c:v>
                </c:pt>
                <c:pt idx="227">
                  <c:v>-0.060813</c:v>
                </c:pt>
                <c:pt idx="228">
                  <c:v>-0.191237</c:v>
                </c:pt>
                <c:pt idx="229">
                  <c:v>0.055136</c:v>
                </c:pt>
                <c:pt idx="230">
                  <c:v>0.092615</c:v>
                </c:pt>
                <c:pt idx="231">
                  <c:v>-0.124704</c:v>
                </c:pt>
                <c:pt idx="232">
                  <c:v>0.640309</c:v>
                </c:pt>
                <c:pt idx="233">
                  <c:v>-0.003628</c:v>
                </c:pt>
                <c:pt idx="234">
                  <c:v>0.128961</c:v>
                </c:pt>
                <c:pt idx="235">
                  <c:v>0.308397</c:v>
                </c:pt>
                <c:pt idx="236">
                  <c:v>-0.480283</c:v>
                </c:pt>
                <c:pt idx="237">
                  <c:v>0.277009</c:v>
                </c:pt>
                <c:pt idx="238">
                  <c:v>0.357163</c:v>
                </c:pt>
                <c:pt idx="239">
                  <c:v>-0.542037</c:v>
                </c:pt>
                <c:pt idx="240">
                  <c:v>0.130091</c:v>
                </c:pt>
                <c:pt idx="241">
                  <c:v>-0.032168</c:v>
                </c:pt>
                <c:pt idx="242">
                  <c:v>0.398497</c:v>
                </c:pt>
                <c:pt idx="243">
                  <c:v>1.217728</c:v>
                </c:pt>
                <c:pt idx="244">
                  <c:v>-0.002847</c:v>
                </c:pt>
                <c:pt idx="245">
                  <c:v>0.090397</c:v>
                </c:pt>
                <c:pt idx="246">
                  <c:v>0.04782</c:v>
                </c:pt>
                <c:pt idx="247">
                  <c:v>-0.237402</c:v>
                </c:pt>
                <c:pt idx="248">
                  <c:v>1.437512</c:v>
                </c:pt>
                <c:pt idx="249">
                  <c:v>0.813821</c:v>
                </c:pt>
                <c:pt idx="250">
                  <c:v>-0.041803</c:v>
                </c:pt>
                <c:pt idx="251">
                  <c:v>-0.419284</c:v>
                </c:pt>
                <c:pt idx="252">
                  <c:v>-0.123522</c:v>
                </c:pt>
                <c:pt idx="253">
                  <c:v>-0.218848</c:v>
                </c:pt>
                <c:pt idx="254">
                  <c:v>1.278181</c:v>
                </c:pt>
                <c:pt idx="255">
                  <c:v>-0.086412</c:v>
                </c:pt>
                <c:pt idx="256">
                  <c:v>0.08476</c:v>
                </c:pt>
                <c:pt idx="257">
                  <c:v>0.250534</c:v>
                </c:pt>
                <c:pt idx="258">
                  <c:v>0.191264</c:v>
                </c:pt>
                <c:pt idx="259">
                  <c:v>0.051381</c:v>
                </c:pt>
                <c:pt idx="260">
                  <c:v>-0.104081</c:v>
                </c:pt>
                <c:pt idx="261">
                  <c:v>0.214786</c:v>
                </c:pt>
                <c:pt idx="262">
                  <c:v>0.101165</c:v>
                </c:pt>
                <c:pt idx="263">
                  <c:v>-0.452859</c:v>
                </c:pt>
                <c:pt idx="264">
                  <c:v>0.126031</c:v>
                </c:pt>
                <c:pt idx="265">
                  <c:v>0.383442</c:v>
                </c:pt>
                <c:pt idx="266">
                  <c:v>-0.367132</c:v>
                </c:pt>
                <c:pt idx="267">
                  <c:v>-0.062356</c:v>
                </c:pt>
                <c:pt idx="268">
                  <c:v>0.594953</c:v>
                </c:pt>
                <c:pt idx="269">
                  <c:v>0.24917</c:v>
                </c:pt>
                <c:pt idx="270">
                  <c:v>0.468294</c:v>
                </c:pt>
                <c:pt idx="271">
                  <c:v>-0.946403</c:v>
                </c:pt>
                <c:pt idx="272">
                  <c:v>0.479978</c:v>
                </c:pt>
                <c:pt idx="273">
                  <c:v>-1.124723</c:v>
                </c:pt>
                <c:pt idx="274">
                  <c:v>-0.051776</c:v>
                </c:pt>
                <c:pt idx="275">
                  <c:v>-0.574596</c:v>
                </c:pt>
                <c:pt idx="276">
                  <c:v>0.181746</c:v>
                </c:pt>
                <c:pt idx="277">
                  <c:v>-0.140214</c:v>
                </c:pt>
                <c:pt idx="278">
                  <c:v>-1.052921</c:v>
                </c:pt>
                <c:pt idx="279">
                  <c:v>-0.551499</c:v>
                </c:pt>
                <c:pt idx="280">
                  <c:v>1.869293</c:v>
                </c:pt>
                <c:pt idx="281">
                  <c:v>-1.686488</c:v>
                </c:pt>
                <c:pt idx="282">
                  <c:v>-0.722883</c:v>
                </c:pt>
                <c:pt idx="283">
                  <c:v>-0.123272</c:v>
                </c:pt>
                <c:pt idx="284">
                  <c:v>-1.505867</c:v>
                </c:pt>
                <c:pt idx="285">
                  <c:v>-2.29936</c:v>
                </c:pt>
                <c:pt idx="286">
                  <c:v>-0.436431</c:v>
                </c:pt>
                <c:pt idx="287">
                  <c:v>-0.693413</c:v>
                </c:pt>
                <c:pt idx="288">
                  <c:v>-0.466578</c:v>
                </c:pt>
                <c:pt idx="289">
                  <c:v>0.413346</c:v>
                </c:pt>
                <c:pt idx="290">
                  <c:v>-0.863959</c:v>
                </c:pt>
                <c:pt idx="291">
                  <c:v>0.5007</c:v>
                </c:pt>
                <c:pt idx="292">
                  <c:v>-0.31714</c:v>
                </c:pt>
                <c:pt idx="293">
                  <c:v>-1.111615</c:v>
                </c:pt>
                <c:pt idx="294">
                  <c:v>-0.12917</c:v>
                </c:pt>
                <c:pt idx="295">
                  <c:v>0.057334</c:v>
                </c:pt>
                <c:pt idx="296">
                  <c:v>-0.054667</c:v>
                </c:pt>
                <c:pt idx="297">
                  <c:v>0.149664</c:v>
                </c:pt>
                <c:pt idx="298">
                  <c:v>1.326837</c:v>
                </c:pt>
                <c:pt idx="299">
                  <c:v>1.831385</c:v>
                </c:pt>
                <c:pt idx="300">
                  <c:v>0.265771</c:v>
                </c:pt>
                <c:pt idx="301">
                  <c:v>0.415969</c:v>
                </c:pt>
                <c:pt idx="302">
                  <c:v>-0.381143</c:v>
                </c:pt>
                <c:pt idx="303">
                  <c:v>0.892207</c:v>
                </c:pt>
                <c:pt idx="304">
                  <c:v>-0.040201</c:v>
                </c:pt>
                <c:pt idx="305">
                  <c:v>0.431791</c:v>
                </c:pt>
                <c:pt idx="306">
                  <c:v>-0.200165</c:v>
                </c:pt>
                <c:pt idx="307">
                  <c:v>0.323606</c:v>
                </c:pt>
                <c:pt idx="308">
                  <c:v>-1.108786</c:v>
                </c:pt>
                <c:pt idx="309">
                  <c:v>-0.190958</c:v>
                </c:pt>
                <c:pt idx="310">
                  <c:v>0.127127</c:v>
                </c:pt>
                <c:pt idx="311">
                  <c:v>-0.218599</c:v>
                </c:pt>
                <c:pt idx="312">
                  <c:v>-3.749846</c:v>
                </c:pt>
                <c:pt idx="313">
                  <c:v>-0.725895</c:v>
                </c:pt>
                <c:pt idx="314">
                  <c:v>-0.063746</c:v>
                </c:pt>
                <c:pt idx="315">
                  <c:v>-1.926392</c:v>
                </c:pt>
                <c:pt idx="316">
                  <c:v>0.089574</c:v>
                </c:pt>
                <c:pt idx="317">
                  <c:v>-0.339547</c:v>
                </c:pt>
                <c:pt idx="318">
                  <c:v>-0.193688</c:v>
                </c:pt>
                <c:pt idx="319">
                  <c:v>-0.245843</c:v>
                </c:pt>
                <c:pt idx="320">
                  <c:v>-0.791865</c:v>
                </c:pt>
                <c:pt idx="321">
                  <c:v>0.609331</c:v>
                </c:pt>
                <c:pt idx="322">
                  <c:v>-0.360109</c:v>
                </c:pt>
                <c:pt idx="323">
                  <c:v>-0.722976</c:v>
                </c:pt>
                <c:pt idx="324">
                  <c:v>-0.169523</c:v>
                </c:pt>
                <c:pt idx="325">
                  <c:v>-0.059619</c:v>
                </c:pt>
                <c:pt idx="326">
                  <c:v>-0.764044</c:v>
                </c:pt>
                <c:pt idx="327">
                  <c:v>-0.557828</c:v>
                </c:pt>
                <c:pt idx="328">
                  <c:v>-0.900458</c:v>
                </c:pt>
                <c:pt idx="329">
                  <c:v>-0.29949</c:v>
                </c:pt>
                <c:pt idx="330">
                  <c:v>0.124291</c:v>
                </c:pt>
                <c:pt idx="331">
                  <c:v>0.78526</c:v>
                </c:pt>
                <c:pt idx="332">
                  <c:v>-0.266963</c:v>
                </c:pt>
                <c:pt idx="333">
                  <c:v>-1.886168</c:v>
                </c:pt>
                <c:pt idx="334">
                  <c:v>0.590749</c:v>
                </c:pt>
                <c:pt idx="335">
                  <c:v>0.709608</c:v>
                </c:pt>
                <c:pt idx="336">
                  <c:v>-0.425455</c:v>
                </c:pt>
                <c:pt idx="337">
                  <c:v>-1.388293</c:v>
                </c:pt>
                <c:pt idx="338">
                  <c:v>-0.098975</c:v>
                </c:pt>
                <c:pt idx="339">
                  <c:v>-0.393512</c:v>
                </c:pt>
                <c:pt idx="340">
                  <c:v>-0.612693</c:v>
                </c:pt>
                <c:pt idx="341">
                  <c:v>-0.235709</c:v>
                </c:pt>
                <c:pt idx="342">
                  <c:v>-1.657363</c:v>
                </c:pt>
                <c:pt idx="343">
                  <c:v>0.173693</c:v>
                </c:pt>
                <c:pt idx="344">
                  <c:v>-1.488292</c:v>
                </c:pt>
                <c:pt idx="345">
                  <c:v>-0.258824</c:v>
                </c:pt>
                <c:pt idx="346">
                  <c:v>-0.291869</c:v>
                </c:pt>
                <c:pt idx="347">
                  <c:v>-0.244613</c:v>
                </c:pt>
                <c:pt idx="348">
                  <c:v>0.095014</c:v>
                </c:pt>
                <c:pt idx="349">
                  <c:v>-0.793282</c:v>
                </c:pt>
                <c:pt idx="350">
                  <c:v>-0.221669</c:v>
                </c:pt>
                <c:pt idx="351">
                  <c:v>-0.266689</c:v>
                </c:pt>
                <c:pt idx="352">
                  <c:v>-0.20714</c:v>
                </c:pt>
                <c:pt idx="353">
                  <c:v>0.898528</c:v>
                </c:pt>
                <c:pt idx="354">
                  <c:v>-0.324139</c:v>
                </c:pt>
                <c:pt idx="355">
                  <c:v>-0.488184</c:v>
                </c:pt>
                <c:pt idx="356">
                  <c:v>-0.443538</c:v>
                </c:pt>
                <c:pt idx="357">
                  <c:v>-1.29585</c:v>
                </c:pt>
                <c:pt idx="358">
                  <c:v>0.075167</c:v>
                </c:pt>
                <c:pt idx="359">
                  <c:v>0.307124</c:v>
                </c:pt>
                <c:pt idx="360">
                  <c:v>-0.859257</c:v>
                </c:pt>
                <c:pt idx="361">
                  <c:v>-1.1102</c:v>
                </c:pt>
                <c:pt idx="362">
                  <c:v>1.132244</c:v>
                </c:pt>
                <c:pt idx="363">
                  <c:v>-0.624368</c:v>
                </c:pt>
                <c:pt idx="364">
                  <c:v>-0.086407</c:v>
                </c:pt>
                <c:pt idx="365">
                  <c:v>-0.325932</c:v>
                </c:pt>
                <c:pt idx="366">
                  <c:v>-0.492078</c:v>
                </c:pt>
                <c:pt idx="367">
                  <c:v>-0.182899</c:v>
                </c:pt>
                <c:pt idx="368">
                  <c:v>0.390129</c:v>
                </c:pt>
                <c:pt idx="369">
                  <c:v>-0.194431</c:v>
                </c:pt>
                <c:pt idx="370">
                  <c:v>0.399049</c:v>
                </c:pt>
                <c:pt idx="371">
                  <c:v>-1.245205</c:v>
                </c:pt>
                <c:pt idx="372">
                  <c:v>-1.234202</c:v>
                </c:pt>
                <c:pt idx="373">
                  <c:v>-0.24271</c:v>
                </c:pt>
                <c:pt idx="374">
                  <c:v>-0.819521</c:v>
                </c:pt>
                <c:pt idx="375">
                  <c:v>1.127892</c:v>
                </c:pt>
                <c:pt idx="376">
                  <c:v>-0.504056</c:v>
                </c:pt>
                <c:pt idx="377">
                  <c:v>-0.746463</c:v>
                </c:pt>
                <c:pt idx="378">
                  <c:v>-0.196207</c:v>
                </c:pt>
                <c:pt idx="379">
                  <c:v>-0.851695</c:v>
                </c:pt>
                <c:pt idx="380">
                  <c:v>0.529598</c:v>
                </c:pt>
                <c:pt idx="381">
                  <c:v>-0.468413</c:v>
                </c:pt>
                <c:pt idx="382">
                  <c:v>-0.757419</c:v>
                </c:pt>
                <c:pt idx="383">
                  <c:v>-0.041203</c:v>
                </c:pt>
                <c:pt idx="384">
                  <c:v>-0.323148</c:v>
                </c:pt>
                <c:pt idx="385">
                  <c:v>0.177324</c:v>
                </c:pt>
                <c:pt idx="386">
                  <c:v>1.629824</c:v>
                </c:pt>
                <c:pt idx="387">
                  <c:v>-0.044406</c:v>
                </c:pt>
                <c:pt idx="388">
                  <c:v>-0.600795</c:v>
                </c:pt>
                <c:pt idx="389">
                  <c:v>0.348113</c:v>
                </c:pt>
                <c:pt idx="390">
                  <c:v>-0.105095</c:v>
                </c:pt>
                <c:pt idx="391">
                  <c:v>-0.018877</c:v>
                </c:pt>
                <c:pt idx="392">
                  <c:v>-0.426719</c:v>
                </c:pt>
                <c:pt idx="393">
                  <c:v>-1.229953</c:v>
                </c:pt>
                <c:pt idx="394">
                  <c:v>-0.352369</c:v>
                </c:pt>
              </c:numCache>
            </c:numRef>
          </c:xVal>
          <c:yVal>
            <c:numRef>
              <c:f>Sheet1!$B$811:$B$1205</c:f>
              <c:numCache>
                <c:formatCode>General</c:formatCode>
                <c:ptCount val="395"/>
                <c:pt idx="0">
                  <c:v>2.918215082571081</c:v>
                </c:pt>
                <c:pt idx="1">
                  <c:v>2.9857425002937954</c:v>
                </c:pt>
                <c:pt idx="2">
                  <c:v>2.861502791468547</c:v>
                </c:pt>
                <c:pt idx="3">
                  <c:v>2.930348650078855</c:v>
                </c:pt>
                <c:pt idx="4">
                  <c:v>3.017711053438688</c:v>
                </c:pt>
                <c:pt idx="5">
                  <c:v>3.055295113486235</c:v>
                </c:pt>
                <c:pt idx="6">
                  <c:v>3.1454703216743516</c:v>
                </c:pt>
                <c:pt idx="7">
                  <c:v>2.9984693864623497</c:v>
                </c:pt>
                <c:pt idx="8">
                  <c:v>2.7398165703095327</c:v>
                </c:pt>
                <c:pt idx="9">
                  <c:v>3.0351355642277618</c:v>
                </c:pt>
                <c:pt idx="10">
                  <c:v>2.9382682078549927</c:v>
                </c:pt>
                <c:pt idx="11">
                  <c:v>3.1496490822733785</c:v>
                </c:pt>
                <c:pt idx="12">
                  <c:v>2.8894718892269533</c:v>
                </c:pt>
                <c:pt idx="13">
                  <c:v>2.923003680345534</c:v>
                </c:pt>
                <c:pt idx="14">
                  <c:v>2.68</c:v>
                </c:pt>
                <c:pt idx="15">
                  <c:v>3.088518862462745</c:v>
                </c:pt>
                <c:pt idx="16">
                  <c:v>2.9265543978871422</c:v>
                </c:pt>
                <c:pt idx="17">
                  <c:v>2.9501618111964416</c:v>
                </c:pt>
                <c:pt idx="18">
                  <c:v>2.858476808658859</c:v>
                </c:pt>
                <c:pt idx="19">
                  <c:v>2.970983302340531</c:v>
                </c:pt>
                <c:pt idx="20">
                  <c:v>3.032344635727248</c:v>
                </c:pt>
                <c:pt idx="21">
                  <c:v>2.9789595669126854</c:v>
                </c:pt>
                <c:pt idx="22">
                  <c:v>2.8372948382851786</c:v>
                </c:pt>
                <c:pt idx="23">
                  <c:v>3.0404212826320176</c:v>
                </c:pt>
                <c:pt idx="24">
                  <c:v>3.1265971334354927</c:v>
                </c:pt>
                <c:pt idx="25">
                  <c:v>3.0174265197878434</c:v>
                </c:pt>
                <c:pt idx="26">
                  <c:v>2.961623699389807</c:v>
                </c:pt>
                <c:pt idx="27">
                  <c:v>2.988823022015297</c:v>
                </c:pt>
                <c:pt idx="28">
                  <c:v>3.1289696350080956</c:v>
                </c:pt>
                <c:pt idx="29">
                  <c:v>3.0509663373127722</c:v>
                </c:pt>
                <c:pt idx="30">
                  <c:v>2.9130400709365336</c:v>
                </c:pt>
                <c:pt idx="31">
                  <c:v>2.9765100909108715</c:v>
                </c:pt>
                <c:pt idx="32">
                  <c:v>3.073157267219217</c:v>
                </c:pt>
                <c:pt idx="33">
                  <c:v>2.852772422857546</c:v>
                </c:pt>
                <c:pt idx="34">
                  <c:v>3.0793153845006462</c:v>
                </c:pt>
                <c:pt idx="35">
                  <c:v>3.2119328980048656</c:v>
                </c:pt>
                <c:pt idx="36">
                  <c:v>2.9437532777158197</c:v>
                </c:pt>
                <c:pt idx="37">
                  <c:v>2.963574557895352</c:v>
                </c:pt>
                <c:pt idx="38">
                  <c:v>3.0410246695938112</c:v>
                </c:pt>
                <c:pt idx="39">
                  <c:v>3.0136632451234955</c:v>
                </c:pt>
                <c:pt idx="40">
                  <c:v>2.8686040714123853</c:v>
                </c:pt>
                <c:pt idx="41">
                  <c:v>2.8437923563089997</c:v>
                </c:pt>
                <c:pt idx="42">
                  <c:v>2.9929413862028835</c:v>
                </c:pt>
                <c:pt idx="43">
                  <c:v>2.9403789925707775</c:v>
                </c:pt>
                <c:pt idx="44">
                  <c:v>2.917257518626663</c:v>
                </c:pt>
                <c:pt idx="45">
                  <c:v>2.9840414013557455</c:v>
                </c:pt>
                <c:pt idx="46">
                  <c:v>2.872846958665401</c:v>
                </c:pt>
                <c:pt idx="47">
                  <c:v>2.881771706620639</c:v>
                </c:pt>
                <c:pt idx="48">
                  <c:v>3.052937150976467</c:v>
                </c:pt>
                <c:pt idx="49">
                  <c:v>3.0484777419239917</c:v>
                </c:pt>
                <c:pt idx="50">
                  <c:v>3.0521341773686816</c:v>
                </c:pt>
                <c:pt idx="51">
                  <c:v>2.8943833768780305</c:v>
                </c:pt>
                <c:pt idx="52">
                  <c:v>2.9246013788210172</c:v>
                </c:pt>
                <c:pt idx="53">
                  <c:v>2.9447176748781083</c:v>
                </c:pt>
                <c:pt idx="54">
                  <c:v>3.1323743119388587</c:v>
                </c:pt>
                <c:pt idx="55">
                  <c:v>3.1073654772062267</c:v>
                </c:pt>
                <c:pt idx="56">
                  <c:v>3.075008351340253</c:v>
                </c:pt>
                <c:pt idx="57">
                  <c:v>2.7928801159543615</c:v>
                </c:pt>
                <c:pt idx="58">
                  <c:v>3.0192067006289003</c:v>
                </c:pt>
                <c:pt idx="59">
                  <c:v>3.050470557399981</c:v>
                </c:pt>
                <c:pt idx="60">
                  <c:v>2.68</c:v>
                </c:pt>
                <c:pt idx="61">
                  <c:v>2.898967770083496</c:v>
                </c:pt>
                <c:pt idx="62">
                  <c:v>2.9959992576604484</c:v>
                </c:pt>
                <c:pt idx="63">
                  <c:v>2.913961856327729</c:v>
                </c:pt>
                <c:pt idx="64">
                  <c:v>3.087503249068628</c:v>
                </c:pt>
                <c:pt idx="65">
                  <c:v>2.9354586092231596</c:v>
                </c:pt>
                <c:pt idx="66">
                  <c:v>2.9593544277905655</c:v>
                </c:pt>
                <c:pt idx="67">
                  <c:v>2.845509763222086</c:v>
                </c:pt>
                <c:pt idx="68">
                  <c:v>3.1531354345556903</c:v>
                </c:pt>
                <c:pt idx="69">
                  <c:v>3.132132440822378</c:v>
                </c:pt>
                <c:pt idx="70">
                  <c:v>3.014229251482516</c:v>
                </c:pt>
                <c:pt idx="71">
                  <c:v>2.9288619803197697</c:v>
                </c:pt>
                <c:pt idx="72">
                  <c:v>3.1978222862152403</c:v>
                </c:pt>
                <c:pt idx="73">
                  <c:v>3.0509869157384295</c:v>
                </c:pt>
                <c:pt idx="74">
                  <c:v>2.900280674182865</c:v>
                </c:pt>
                <c:pt idx="75">
                  <c:v>2.9964146521213317</c:v>
                </c:pt>
                <c:pt idx="76">
                  <c:v>2.8540484983781105</c:v>
                </c:pt>
                <c:pt idx="77">
                  <c:v>2.902106646786171</c:v>
                </c:pt>
                <c:pt idx="78">
                  <c:v>3.0788748144721736</c:v>
                </c:pt>
                <c:pt idx="79">
                  <c:v>2.68</c:v>
                </c:pt>
                <c:pt idx="80">
                  <c:v>3.1696446849815954</c:v>
                </c:pt>
                <c:pt idx="81">
                  <c:v>2.8566646340639084</c:v>
                </c:pt>
                <c:pt idx="82">
                  <c:v>3.2411971665284955</c:v>
                </c:pt>
                <c:pt idx="83">
                  <c:v>3.0729370766630173</c:v>
                </c:pt>
                <c:pt idx="84">
                  <c:v>3.178448521579939</c:v>
                </c:pt>
                <c:pt idx="85">
                  <c:v>3.0346894556860646</c:v>
                </c:pt>
                <c:pt idx="86">
                  <c:v>3.0912919814674504</c:v>
                </c:pt>
                <c:pt idx="87">
                  <c:v>3.0414035521677927</c:v>
                </c:pt>
                <c:pt idx="88">
                  <c:v>3.031004986204983</c:v>
                </c:pt>
                <c:pt idx="89">
                  <c:v>2.9844584327214885</c:v>
                </c:pt>
                <c:pt idx="90">
                  <c:v>2.8828970971374086</c:v>
                </c:pt>
                <c:pt idx="91">
                  <c:v>2.901009557833102</c:v>
                </c:pt>
                <c:pt idx="92">
                  <c:v>2.884780744576142</c:v>
                </c:pt>
                <c:pt idx="93">
                  <c:v>2.9404981676975517</c:v>
                </c:pt>
                <c:pt idx="94">
                  <c:v>2.85044522383654</c:v>
                </c:pt>
                <c:pt idx="95">
                  <c:v>3.0481291527449668</c:v>
                </c:pt>
                <c:pt idx="96">
                  <c:v>3.0567412159324996</c:v>
                </c:pt>
                <c:pt idx="97">
                  <c:v>3.014078294121612</c:v>
                </c:pt>
                <c:pt idx="98">
                  <c:v>3.0196025228801875</c:v>
                </c:pt>
                <c:pt idx="99">
                  <c:v>3.0579686813950824</c:v>
                </c:pt>
                <c:pt idx="100">
                  <c:v>3.09566604588699</c:v>
                </c:pt>
                <c:pt idx="101">
                  <c:v>3.1047369108170946</c:v>
                </c:pt>
                <c:pt idx="102">
                  <c:v>3.204454154204981</c:v>
                </c:pt>
                <c:pt idx="103">
                  <c:v>3.102386679538244</c:v>
                </c:pt>
                <c:pt idx="104">
                  <c:v>2.829655955770171</c:v>
                </c:pt>
                <c:pt idx="105">
                  <c:v>2.8598700770871743</c:v>
                </c:pt>
                <c:pt idx="106">
                  <c:v>3.0556320652961273</c:v>
                </c:pt>
                <c:pt idx="107">
                  <c:v>2.9375368871410377</c:v>
                </c:pt>
                <c:pt idx="108">
                  <c:v>2.8817506622818687</c:v>
                </c:pt>
                <c:pt idx="109">
                  <c:v>2.8265898477297586</c:v>
                </c:pt>
                <c:pt idx="110">
                  <c:v>2.8395195971143714</c:v>
                </c:pt>
                <c:pt idx="111">
                  <c:v>2.9241949889449113</c:v>
                </c:pt>
                <c:pt idx="112">
                  <c:v>3.002654817503656</c:v>
                </c:pt>
                <c:pt idx="113">
                  <c:v>2.8634613117377987</c:v>
                </c:pt>
                <c:pt idx="114">
                  <c:v>3.0496136255086075</c:v>
                </c:pt>
                <c:pt idx="115">
                  <c:v>2.8598666672110915</c:v>
                </c:pt>
                <c:pt idx="116">
                  <c:v>2.927510658504083</c:v>
                </c:pt>
                <c:pt idx="117">
                  <c:v>2.9956263921355877</c:v>
                </c:pt>
                <c:pt idx="118">
                  <c:v>3.170479052216159</c:v>
                </c:pt>
                <c:pt idx="119">
                  <c:v>3.156575746260556</c:v>
                </c:pt>
                <c:pt idx="120">
                  <c:v>3.033900039579186</c:v>
                </c:pt>
                <c:pt idx="121">
                  <c:v>3.095849258282458</c:v>
                </c:pt>
                <c:pt idx="122">
                  <c:v>2.862205042605034</c:v>
                </c:pt>
                <c:pt idx="123">
                  <c:v>2.998580205561726</c:v>
                </c:pt>
                <c:pt idx="124">
                  <c:v>2.958013093284317</c:v>
                </c:pt>
                <c:pt idx="125">
                  <c:v>3.012655116238938</c:v>
                </c:pt>
                <c:pt idx="126">
                  <c:v>3.169050026367099</c:v>
                </c:pt>
                <c:pt idx="127">
                  <c:v>2.104474697738058</c:v>
                </c:pt>
                <c:pt idx="128">
                  <c:v>1.8724678816397053</c:v>
                </c:pt>
                <c:pt idx="129">
                  <c:v>2.0205242242776618</c:v>
                </c:pt>
                <c:pt idx="130">
                  <c:v>1.8867019333873294</c:v>
                </c:pt>
                <c:pt idx="131">
                  <c:v>1.752925529064874</c:v>
                </c:pt>
                <c:pt idx="132">
                  <c:v>2.0299813916793705</c:v>
                </c:pt>
                <c:pt idx="133">
                  <c:v>1.9214792483173078</c:v>
                </c:pt>
                <c:pt idx="134">
                  <c:v>1.9823881267362917</c:v>
                </c:pt>
                <c:pt idx="135">
                  <c:v>2.138044806213444</c:v>
                </c:pt>
                <c:pt idx="136">
                  <c:v>2.2924104259026192</c:v>
                </c:pt>
                <c:pt idx="137">
                  <c:v>1.9394075727020101</c:v>
                </c:pt>
                <c:pt idx="138">
                  <c:v>1.9386237620207887</c:v>
                </c:pt>
                <c:pt idx="139">
                  <c:v>1.9907209634904661</c:v>
                </c:pt>
                <c:pt idx="140">
                  <c:v>1.920000685695258</c:v>
                </c:pt>
                <c:pt idx="141">
                  <c:v>2.2207480490753424</c:v>
                </c:pt>
                <c:pt idx="142">
                  <c:v>1.90693557688251</c:v>
                </c:pt>
                <c:pt idx="143">
                  <c:v>2.141669331322831</c:v>
                </c:pt>
                <c:pt idx="144">
                  <c:v>2.117955860361146</c:v>
                </c:pt>
                <c:pt idx="145">
                  <c:v>1.967440100129206</c:v>
                </c:pt>
                <c:pt idx="146">
                  <c:v>1.872656073001676</c:v>
                </c:pt>
                <c:pt idx="147">
                  <c:v>2.011231076256111</c:v>
                </c:pt>
                <c:pt idx="148">
                  <c:v>2.070020459937352</c:v>
                </c:pt>
                <c:pt idx="149">
                  <c:v>1.8957046706977891</c:v>
                </c:pt>
                <c:pt idx="150">
                  <c:v>1.8113821610281355</c:v>
                </c:pt>
                <c:pt idx="151">
                  <c:v>1.944642695543894</c:v>
                </c:pt>
                <c:pt idx="152">
                  <c:v>2.0182896449796655</c:v>
                </c:pt>
                <c:pt idx="153">
                  <c:v>1.8994873832379262</c:v>
                </c:pt>
                <c:pt idx="154">
                  <c:v>1.7744954191343107</c:v>
                </c:pt>
                <c:pt idx="155">
                  <c:v>2.037142013636842</c:v>
                </c:pt>
                <c:pt idx="156">
                  <c:v>2.056297035486719</c:v>
                </c:pt>
                <c:pt idx="157">
                  <c:v>2.103705021606417</c:v>
                </c:pt>
                <c:pt idx="158">
                  <c:v>2.0951734464787863</c:v>
                </c:pt>
                <c:pt idx="159">
                  <c:v>1.9073274691604893</c:v>
                </c:pt>
                <c:pt idx="160">
                  <c:v>1.9780853352504837</c:v>
                </c:pt>
                <c:pt idx="161">
                  <c:v>1.9311945090933984</c:v>
                </c:pt>
                <c:pt idx="162">
                  <c:v>2.062668363371961</c:v>
                </c:pt>
                <c:pt idx="163">
                  <c:v>1.9283533574452298</c:v>
                </c:pt>
                <c:pt idx="164">
                  <c:v>1.8446309078214824</c:v>
                </c:pt>
                <c:pt idx="165">
                  <c:v>2.119338544124919</c:v>
                </c:pt>
                <c:pt idx="166">
                  <c:v>2.023262503950949</c:v>
                </c:pt>
                <c:pt idx="167">
                  <c:v>2.203005462206955</c:v>
                </c:pt>
                <c:pt idx="168">
                  <c:v>2.063401923744549</c:v>
                </c:pt>
                <c:pt idx="169">
                  <c:v>2.139564360175049</c:v>
                </c:pt>
                <c:pt idx="170">
                  <c:v>1.9406972791626018</c:v>
                </c:pt>
                <c:pt idx="171">
                  <c:v>2.022187464072633</c:v>
                </c:pt>
                <c:pt idx="172">
                  <c:v>2.1276105705518877</c:v>
                </c:pt>
                <c:pt idx="173">
                  <c:v>2.129672507766224</c:v>
                </c:pt>
                <c:pt idx="174">
                  <c:v>1.920111245988091</c:v>
                </c:pt>
                <c:pt idx="175">
                  <c:v>2.069632665699963</c:v>
                </c:pt>
                <c:pt idx="176">
                  <c:v>1.9638795899072632</c:v>
                </c:pt>
                <c:pt idx="177">
                  <c:v>1.9337395022881692</c:v>
                </c:pt>
                <c:pt idx="178">
                  <c:v>1.9424787812061552</c:v>
                </c:pt>
                <c:pt idx="179">
                  <c:v>1.939894277796413</c:v>
                </c:pt>
                <c:pt idx="180">
                  <c:v>2.0481953780356386</c:v>
                </c:pt>
                <c:pt idx="181">
                  <c:v>1.9335832646579103</c:v>
                </c:pt>
                <c:pt idx="182">
                  <c:v>2.0301156035941577</c:v>
                </c:pt>
                <c:pt idx="183">
                  <c:v>2.0330694421365645</c:v>
                </c:pt>
                <c:pt idx="184">
                  <c:v>1.9464247347063093</c:v>
                </c:pt>
                <c:pt idx="185">
                  <c:v>1.9703271386293169</c:v>
                </c:pt>
                <c:pt idx="186">
                  <c:v>2.050249462608053</c:v>
                </c:pt>
                <c:pt idx="187">
                  <c:v>1.9438216695294952</c:v>
                </c:pt>
                <c:pt idx="188">
                  <c:v>1.8854544383307543</c:v>
                </c:pt>
                <c:pt idx="189">
                  <c:v>2.211203897818354</c:v>
                </c:pt>
                <c:pt idx="190">
                  <c:v>1.9447857084631228</c:v>
                </c:pt>
                <c:pt idx="191">
                  <c:v>2.0342990380645665</c:v>
                </c:pt>
                <c:pt idx="192">
                  <c:v>1.9525222696043552</c:v>
                </c:pt>
                <c:pt idx="193">
                  <c:v>1.9689679803071944</c:v>
                </c:pt>
                <c:pt idx="194">
                  <c:v>2.04101848511298</c:v>
                </c:pt>
                <c:pt idx="195">
                  <c:v>1.934761894137703</c:v>
                </c:pt>
                <c:pt idx="196">
                  <c:v>2.033135397900712</c:v>
                </c:pt>
                <c:pt idx="197">
                  <c:v>2.026557679418003</c:v>
                </c:pt>
                <c:pt idx="198">
                  <c:v>1.9638293273130405</c:v>
                </c:pt>
                <c:pt idx="199">
                  <c:v>2.0745673188359253</c:v>
                </c:pt>
                <c:pt idx="200">
                  <c:v>2.028589576512482</c:v>
                </c:pt>
                <c:pt idx="201">
                  <c:v>1.9765973411659425</c:v>
                </c:pt>
                <c:pt idx="202">
                  <c:v>2.014963563382147</c:v>
                </c:pt>
                <c:pt idx="203">
                  <c:v>1.9027802375191323</c:v>
                </c:pt>
                <c:pt idx="204">
                  <c:v>1.7197732680181075</c:v>
                </c:pt>
                <c:pt idx="205">
                  <c:v>1.8121684038891295</c:v>
                </c:pt>
                <c:pt idx="206">
                  <c:v>2.2044307606514217</c:v>
                </c:pt>
                <c:pt idx="207">
                  <c:v>1.9812195948103795</c:v>
                </c:pt>
                <c:pt idx="208">
                  <c:v>2.0631051721478006</c:v>
                </c:pt>
                <c:pt idx="209">
                  <c:v>2.2769874649471573</c:v>
                </c:pt>
                <c:pt idx="210">
                  <c:v>2.0629863811873843</c:v>
                </c:pt>
                <c:pt idx="211">
                  <c:v>2.010564522360608</c:v>
                </c:pt>
                <c:pt idx="212">
                  <c:v>1.8711360090603637</c:v>
                </c:pt>
                <c:pt idx="213">
                  <c:v>2.0427632085598533</c:v>
                </c:pt>
                <c:pt idx="214">
                  <c:v>2.044479572500659</c:v>
                </c:pt>
                <c:pt idx="215">
                  <c:v>2.0675411064531066</c:v>
                </c:pt>
                <c:pt idx="216">
                  <c:v>1.995959811791279</c:v>
                </c:pt>
                <c:pt idx="217">
                  <c:v>2.069990410676589</c:v>
                </c:pt>
                <c:pt idx="218">
                  <c:v>2.0580087655476906</c:v>
                </c:pt>
                <c:pt idx="219">
                  <c:v>1.9714142490199473</c:v>
                </c:pt>
                <c:pt idx="220">
                  <c:v>2.004263240505876</c:v>
                </c:pt>
                <c:pt idx="221">
                  <c:v>1.9751392307063724</c:v>
                </c:pt>
                <c:pt idx="222">
                  <c:v>2.25507208527389</c:v>
                </c:pt>
                <c:pt idx="223">
                  <c:v>1.904721556077331</c:v>
                </c:pt>
                <c:pt idx="224">
                  <c:v>2.0792631297367974</c:v>
                </c:pt>
                <c:pt idx="225">
                  <c:v>1.8861681954575005</c:v>
                </c:pt>
                <c:pt idx="226">
                  <c:v>1.9635505232993344</c:v>
                </c:pt>
                <c:pt idx="227">
                  <c:v>2.0218173158450883</c:v>
                </c:pt>
                <c:pt idx="228">
                  <c:v>2.011136107846752</c:v>
                </c:pt>
                <c:pt idx="229">
                  <c:v>1.986161782931301</c:v>
                </c:pt>
                <c:pt idx="230">
                  <c:v>1.9499523833652015</c:v>
                </c:pt>
                <c:pt idx="231">
                  <c:v>1.8307093426575864</c:v>
                </c:pt>
                <c:pt idx="232">
                  <c:v>2.1515489247454376</c:v>
                </c:pt>
                <c:pt idx="233">
                  <c:v>1.9271463925860097</c:v>
                </c:pt>
                <c:pt idx="234">
                  <c:v>1.924606692797413</c:v>
                </c:pt>
                <c:pt idx="235">
                  <c:v>1.9736726752964542</c:v>
                </c:pt>
                <c:pt idx="236">
                  <c:v>2.0320180535872727</c:v>
                </c:pt>
                <c:pt idx="237">
                  <c:v>2.0140225552825424</c:v>
                </c:pt>
                <c:pt idx="238">
                  <c:v>1.9406491544908122</c:v>
                </c:pt>
                <c:pt idx="239">
                  <c:v>2.0395483942326242</c:v>
                </c:pt>
                <c:pt idx="240">
                  <c:v>2.066499258733224</c:v>
                </c:pt>
                <c:pt idx="241">
                  <c:v>2.232418079793158</c:v>
                </c:pt>
                <c:pt idx="242">
                  <c:v>1.952043769736209</c:v>
                </c:pt>
                <c:pt idx="243">
                  <c:v>2.139744111401142</c:v>
                </c:pt>
                <c:pt idx="244">
                  <c:v>1.9223864760773903</c:v>
                </c:pt>
                <c:pt idx="245">
                  <c:v>1.9241790312926939</c:v>
                </c:pt>
                <c:pt idx="246">
                  <c:v>1.9313922176505751</c:v>
                </c:pt>
                <c:pt idx="247">
                  <c:v>1.884880479285059</c:v>
                </c:pt>
                <c:pt idx="248">
                  <c:v>2.0412119723887376</c:v>
                </c:pt>
                <c:pt idx="249">
                  <c:v>2.0312141878242245</c:v>
                </c:pt>
                <c:pt idx="250">
                  <c:v>2.074844961118334</c:v>
                </c:pt>
                <c:pt idx="251">
                  <c:v>1.9749229194033215</c:v>
                </c:pt>
                <c:pt idx="252">
                  <c:v>2.0437983960541564</c:v>
                </c:pt>
                <c:pt idx="253">
                  <c:v>2.0621103787663713</c:v>
                </c:pt>
                <c:pt idx="254">
                  <c:v>2.0941653701821825</c:v>
                </c:pt>
                <c:pt idx="255">
                  <c:v>1.8346863550125185</c:v>
                </c:pt>
                <c:pt idx="256">
                  <c:v>1.787698475314358</c:v>
                </c:pt>
                <c:pt idx="257">
                  <c:v>1.9372653479789144</c:v>
                </c:pt>
                <c:pt idx="258">
                  <c:v>1.88427305734377</c:v>
                </c:pt>
                <c:pt idx="259">
                  <c:v>1.8887321417577458</c:v>
                </c:pt>
                <c:pt idx="260">
                  <c:v>2.072321770078709</c:v>
                </c:pt>
                <c:pt idx="261">
                  <c:v>1.9612207714774468</c:v>
                </c:pt>
                <c:pt idx="262">
                  <c:v>2.16511526708563</c:v>
                </c:pt>
                <c:pt idx="263">
                  <c:v>2.1558068926932927</c:v>
                </c:pt>
                <c:pt idx="264">
                  <c:v>2.1722543824633993</c:v>
                </c:pt>
                <c:pt idx="265">
                  <c:v>1.913734135704432</c:v>
                </c:pt>
                <c:pt idx="266">
                  <c:v>1.9234537530238336</c:v>
                </c:pt>
                <c:pt idx="267">
                  <c:v>1.8882124857427316</c:v>
                </c:pt>
                <c:pt idx="268">
                  <c:v>1.9571594964257248</c:v>
                </c:pt>
                <c:pt idx="269">
                  <c:v>2.089840154863216</c:v>
                </c:pt>
                <c:pt idx="270">
                  <c:v>2.115009939393825</c:v>
                </c:pt>
                <c:pt idx="271">
                  <c:v>1.9734046814439485</c:v>
                </c:pt>
                <c:pt idx="272">
                  <c:v>1.0937231526372257</c:v>
                </c:pt>
                <c:pt idx="273">
                  <c:v>1.0180588550606389</c:v>
                </c:pt>
                <c:pt idx="274">
                  <c:v>1.0538442328153486</c:v>
                </c:pt>
                <c:pt idx="275">
                  <c:v>0.9191937016058593</c:v>
                </c:pt>
                <c:pt idx="276">
                  <c:v>1.1218819863149492</c:v>
                </c:pt>
                <c:pt idx="277">
                  <c:v>0.9898954320139501</c:v>
                </c:pt>
                <c:pt idx="278">
                  <c:v>0.850977297391647</c:v>
                </c:pt>
                <c:pt idx="279">
                  <c:v>1.0217626963226822</c:v>
                </c:pt>
                <c:pt idx="280">
                  <c:v>1.0038489987496124</c:v>
                </c:pt>
                <c:pt idx="281">
                  <c:v>0.9728964064212948</c:v>
                </c:pt>
                <c:pt idx="282">
                  <c:v>1.0203975157345568</c:v>
                </c:pt>
                <c:pt idx="283">
                  <c:v>1.080844159421326</c:v>
                </c:pt>
                <c:pt idx="284">
                  <c:v>1.017627382623021</c:v>
                </c:pt>
                <c:pt idx="285">
                  <c:v>0.9488226972209408</c:v>
                </c:pt>
                <c:pt idx="286">
                  <c:v>0.9009645864133802</c:v>
                </c:pt>
                <c:pt idx="287">
                  <c:v>1.0031336866835594</c:v>
                </c:pt>
                <c:pt idx="288">
                  <c:v>0.9148036140401018</c:v>
                </c:pt>
                <c:pt idx="289">
                  <c:v>1.0122340561694039</c:v>
                </c:pt>
                <c:pt idx="290">
                  <c:v>1.1390395849489032</c:v>
                </c:pt>
                <c:pt idx="291">
                  <c:v>1.026237874101644</c:v>
                </c:pt>
                <c:pt idx="292">
                  <c:v>1.0253760190558536</c:v>
                </c:pt>
                <c:pt idx="293">
                  <c:v>1.1502369407306796</c:v>
                </c:pt>
                <c:pt idx="294">
                  <c:v>0.9898026188368975</c:v>
                </c:pt>
                <c:pt idx="295">
                  <c:v>0.7509171800503938</c:v>
                </c:pt>
                <c:pt idx="296">
                  <c:v>0.9416754404429691</c:v>
                </c:pt>
                <c:pt idx="297">
                  <c:v>0.9002155310732161</c:v>
                </c:pt>
                <c:pt idx="298">
                  <c:v>1.202614092601358</c:v>
                </c:pt>
                <c:pt idx="299">
                  <c:v>1.0401898108433973</c:v>
                </c:pt>
                <c:pt idx="300">
                  <c:v>0.9042570651878706</c:v>
                </c:pt>
                <c:pt idx="301">
                  <c:v>1.1085649514048113</c:v>
                </c:pt>
                <c:pt idx="302">
                  <c:v>1.0498454200031069</c:v>
                </c:pt>
                <c:pt idx="303">
                  <c:v>0.8560031055332739</c:v>
                </c:pt>
                <c:pt idx="304">
                  <c:v>0.7134764904662048</c:v>
                </c:pt>
                <c:pt idx="305">
                  <c:v>1.047575466891232</c:v>
                </c:pt>
                <c:pt idx="306">
                  <c:v>0.9568472976359319</c:v>
                </c:pt>
                <c:pt idx="307">
                  <c:v>1.0041297581612276</c:v>
                </c:pt>
                <c:pt idx="308">
                  <c:v>0.8761513475203233</c:v>
                </c:pt>
                <c:pt idx="309">
                  <c:v>1.12373384725034</c:v>
                </c:pt>
                <c:pt idx="310">
                  <c:v>1.1043487252683009</c:v>
                </c:pt>
                <c:pt idx="311">
                  <c:v>1.1070884862548307</c:v>
                </c:pt>
                <c:pt idx="312">
                  <c:v>1.0012515743628256</c:v>
                </c:pt>
                <c:pt idx="313">
                  <c:v>0.9999142707340753</c:v>
                </c:pt>
                <c:pt idx="314">
                  <c:v>1.0944775720945268</c:v>
                </c:pt>
                <c:pt idx="315">
                  <c:v>0.9854204129912759</c:v>
                </c:pt>
                <c:pt idx="316">
                  <c:v>0.9725519353560566</c:v>
                </c:pt>
                <c:pt idx="317">
                  <c:v>0.8613021069219261</c:v>
                </c:pt>
                <c:pt idx="318">
                  <c:v>1.0644609509188219</c:v>
                </c:pt>
                <c:pt idx="319">
                  <c:v>0.987263526883653</c:v>
                </c:pt>
                <c:pt idx="320">
                  <c:v>1.1021983397973816</c:v>
                </c:pt>
                <c:pt idx="321">
                  <c:v>0.9753588495299917</c:v>
                </c:pt>
                <c:pt idx="322">
                  <c:v>1.3003697531583636</c:v>
                </c:pt>
                <c:pt idx="323">
                  <c:v>1.0737971843778655</c:v>
                </c:pt>
                <c:pt idx="324">
                  <c:v>0.9650090944417923</c:v>
                </c:pt>
                <c:pt idx="325">
                  <c:v>1.083295365050896</c:v>
                </c:pt>
                <c:pt idx="326">
                  <c:v>1.114159611392649</c:v>
                </c:pt>
                <c:pt idx="327">
                  <c:v>1.0053537411311828</c:v>
                </c:pt>
                <c:pt idx="328">
                  <c:v>0.9077541757652837</c:v>
                </c:pt>
                <c:pt idx="329">
                  <c:v>0.9917886451121861</c:v>
                </c:pt>
                <c:pt idx="330">
                  <c:v>1.1006188970828865</c:v>
                </c:pt>
                <c:pt idx="331">
                  <c:v>0.9129398838738636</c:v>
                </c:pt>
                <c:pt idx="332">
                  <c:v>1.1544918783642566</c:v>
                </c:pt>
                <c:pt idx="333">
                  <c:v>1.143163847960987</c:v>
                </c:pt>
                <c:pt idx="334">
                  <c:v>0.9064177195857287</c:v>
                </c:pt>
                <c:pt idx="335">
                  <c:v>1.0359368802092142</c:v>
                </c:pt>
                <c:pt idx="336">
                  <c:v>1.0213787026256484</c:v>
                </c:pt>
                <c:pt idx="337">
                  <c:v>0.9234139767527927</c:v>
                </c:pt>
                <c:pt idx="338">
                  <c:v>1.1375330990186698</c:v>
                </c:pt>
                <c:pt idx="339">
                  <c:v>1.1331245010074777</c:v>
                </c:pt>
                <c:pt idx="340">
                  <c:v>0.9090184838124465</c:v>
                </c:pt>
                <c:pt idx="341">
                  <c:v>1.1906876300811668</c:v>
                </c:pt>
                <c:pt idx="342">
                  <c:v>1.0862320303840072</c:v>
                </c:pt>
                <c:pt idx="343">
                  <c:v>0.8787821694801854</c:v>
                </c:pt>
                <c:pt idx="344">
                  <c:v>1.1591392140918804</c:v>
                </c:pt>
                <c:pt idx="345">
                  <c:v>0.8265786890505828</c:v>
                </c:pt>
                <c:pt idx="346">
                  <c:v>0.9859746604225075</c:v>
                </c:pt>
                <c:pt idx="347">
                  <c:v>1.0732350339763523</c:v>
                </c:pt>
                <c:pt idx="348">
                  <c:v>1.0872140432910755</c:v>
                </c:pt>
                <c:pt idx="349">
                  <c:v>0.9153149587490037</c:v>
                </c:pt>
                <c:pt idx="350">
                  <c:v>0.9708967344063439</c:v>
                </c:pt>
                <c:pt idx="351">
                  <c:v>1.0167527934218268</c:v>
                </c:pt>
                <c:pt idx="352">
                  <c:v>1.0959828049120843</c:v>
                </c:pt>
                <c:pt idx="353">
                  <c:v>1.1725021830659603</c:v>
                </c:pt>
                <c:pt idx="354">
                  <c:v>1.0689035723000013</c:v>
                </c:pt>
                <c:pt idx="355">
                  <c:v>0.9066443978853111</c:v>
                </c:pt>
                <c:pt idx="356">
                  <c:v>0.9389664304840439</c:v>
                </c:pt>
                <c:pt idx="357">
                  <c:v>1.195590394933816</c:v>
                </c:pt>
                <c:pt idx="358">
                  <c:v>1.0340725809149904</c:v>
                </c:pt>
                <c:pt idx="359">
                  <c:v>1.1430653751693907</c:v>
                </c:pt>
                <c:pt idx="360">
                  <c:v>0.9111348826361234</c:v>
                </c:pt>
                <c:pt idx="361">
                  <c:v>1.02082015119788</c:v>
                </c:pt>
                <c:pt idx="362">
                  <c:v>1.0027506144136937</c:v>
                </c:pt>
                <c:pt idx="363">
                  <c:v>1.023548354870803</c:v>
                </c:pt>
                <c:pt idx="364">
                  <c:v>1.1478331650584044</c:v>
                </c:pt>
                <c:pt idx="365">
                  <c:v>0.9618696699655217</c:v>
                </c:pt>
                <c:pt idx="366">
                  <c:v>0.950122486873385</c:v>
                </c:pt>
                <c:pt idx="367">
                  <c:v>1.0424825350683258</c:v>
                </c:pt>
                <c:pt idx="368">
                  <c:v>0.9163444684742027</c:v>
                </c:pt>
                <c:pt idx="369">
                  <c:v>1.0075522672141048</c:v>
                </c:pt>
                <c:pt idx="370">
                  <c:v>0.9968952909601181</c:v>
                </c:pt>
                <c:pt idx="371">
                  <c:v>0.9866806522273422</c:v>
                </c:pt>
                <c:pt idx="372">
                  <c:v>0.9669427710689356</c:v>
                </c:pt>
                <c:pt idx="373">
                  <c:v>1.0880274515657198</c:v>
                </c:pt>
                <c:pt idx="374">
                  <c:v>0.8838951451704149</c:v>
                </c:pt>
                <c:pt idx="375">
                  <c:v>1.08742094975379</c:v>
                </c:pt>
                <c:pt idx="376">
                  <c:v>0.9868295739376515</c:v>
                </c:pt>
                <c:pt idx="377">
                  <c:v>0.8294478614788591</c:v>
                </c:pt>
                <c:pt idx="378">
                  <c:v>0.7986900960689308</c:v>
                </c:pt>
                <c:pt idx="379">
                  <c:v>0.9963094713207638</c:v>
                </c:pt>
                <c:pt idx="380">
                  <c:v>0.8905510220385816</c:v>
                </c:pt>
                <c:pt idx="381">
                  <c:v>0.9312390268122959</c:v>
                </c:pt>
                <c:pt idx="382">
                  <c:v>1.0298669430092582</c:v>
                </c:pt>
                <c:pt idx="383">
                  <c:v>1.0453696043127403</c:v>
                </c:pt>
                <c:pt idx="384">
                  <c:v>1.111624736521451</c:v>
                </c:pt>
                <c:pt idx="385">
                  <c:v>0.8694875816904513</c:v>
                </c:pt>
                <c:pt idx="386">
                  <c:v>0.9324710023527243</c:v>
                </c:pt>
                <c:pt idx="387">
                  <c:v>1.2273032868638527</c:v>
                </c:pt>
                <c:pt idx="388">
                  <c:v>1.0792730810605375</c:v>
                </c:pt>
                <c:pt idx="389">
                  <c:v>1.1373067652736992</c:v>
                </c:pt>
                <c:pt idx="390">
                  <c:v>1.114435683113352</c:v>
                </c:pt>
                <c:pt idx="391">
                  <c:v>1.0688329145100846</c:v>
                </c:pt>
                <c:pt idx="392">
                  <c:v>1.1638481767415911</c:v>
                </c:pt>
                <c:pt idx="393">
                  <c:v>1.0318677852302185</c:v>
                </c:pt>
                <c:pt idx="394">
                  <c:v>1.32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Sheet1!$B$1207</c:f>
              <c:strCache>
                <c:ptCount val="1"/>
                <c:pt idx="0">
                  <c:v>Mean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11"/>
            <c:spPr>
              <a:solidFill>
                <a:srgbClr val="0B0B0B"/>
              </a:solidFill>
              <a:ln w="15875">
                <a:solidFill>
                  <a:srgbClr val="FFFFFF"/>
                </a:solidFill>
              </a:ln>
            </c:spPr>
          </c:marker>
          <c:xVal>
            <c:numRef>
              <c:f>Sheet1!$A$1208:$A$1210</c:f>
              <c:numCache>
                <c:formatCode>General</c:formatCode>
                <c:ptCount val="3"/>
                <c:pt idx="0">
                  <c:v>0.7870661574999999</c:v>
                </c:pt>
                <c:pt idx="1">
                  <c:v>0.1036635785</c:v>
                </c:pt>
                <c:pt idx="2">
                  <c:v>-0.10809756150000001</c:v>
                </c:pt>
              </c:numCache>
            </c:numRef>
          </c:xVal>
          <c:yVal>
            <c:numRef>
              <c:f>Sheet1!$B$1208:$B$1210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Sheet1!$B$1212</c:f>
              <c:strCache>
                <c:ptCount val="1"/>
                <c:pt idx="0">
                  <c:v>Row labels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0B0B"/>
                        </a:solidFill>
                        <a:latin typeface="Calibri"/>
                      </a:rPr>
                      <a:t>Source evidence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0B0B"/>
                        </a:solidFill>
                        <a:latin typeface="Calibri"/>
                      </a:rPr>
                      <a:t>Sensor visibility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0B0B"/>
                        </a:solidFill>
                        <a:latin typeface="Calibri"/>
                      </a:rPr>
                      <a:t>Wind-error sensitivity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Sheet1!$A$1213:$A$1215</c:f>
              <c:numCache>
                <c:formatCode>General</c:formatCode>
                <c:ptCount val="3"/>
                <c:pt idx="0">
                  <c:v>-6.781</c:v>
                </c:pt>
                <c:pt idx="1">
                  <c:v>-6.781</c:v>
                </c:pt>
                <c:pt idx="2">
                  <c:v>-6.781</c:v>
                </c:pt>
              </c:numCache>
            </c:numRef>
          </c:xVal>
          <c:yVal>
            <c:numRef>
              <c:f>Sheet1!$B$1213:$B$1215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max val="3.6"/>
          <c:min val="0.4"/>
        </c:scaling>
        <c:delete val="0"/>
        <c:axPos val="l"/>
        <c:title>
          <c:tx>
            <c:rich>
              <a:bodyPr/>
              <a:lstStyle/>
              <a:p>
                <a:r>
                  <a:rPr sz="1300" b="0">
                    <a:solidFill>
                      <a:srgbClr val="52514E"/>
                    </a:solidFill>
                    <a:latin typeface="Calibri"/>
                  </a:rPr>
                  <a:t>per-scenario Shapley value (nats, log p of true cell)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one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28940872"/>
        <c:crosses val="autoZero"/>
        <c:crossBetween val="midCat"/>
        <c:majorUnit val="1"/>
      </c:valAx>
    </c:plotArea>
    <c:legend>
      <c:legendPos val="b"/>
      <c:legendEntry>
        <c:idx val="4"/>
        <c:delete val="1"/>
      </c:legendEntry>
      <c:layout/>
      <c:overlay val="0"/>
      <c:txPr>
        <a:bodyPr/>
        <a:lstStyle/>
        <a:p>
          <a:pPr>
            <a:defRPr sz="1200">
              <a:solidFill>
                <a:srgbClr val="52514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0B0B"/>
                </a:solidFill>
                <a:latin typeface="Calibri"/>
              </a:rPr>
              <a:t>Which physics map matters? Exact Shapley values over the three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98781"/>
                </a:solidFill>
                <a:latin typeface="Calibri"/>
              </a:rPr>
              <a:t>feature = one map, absent = zero baseline · value = log p(true cell) · all 8 coalitions enumerated per scenario · 2,000 seed-1 super-emitter test scenarios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20040" y="1234440"/>
          <a:ext cx="521208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720" y="1234440"/>
          <a:ext cx="6126480" cy="5074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6355080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Calibri"/>
              </a:rPr>
              <a:t>colors bin each map's per-scenario spatial mean into per-row terciles — the feature-value gradient (a continuous colormap has no native PowerPoint scatter equivalent); 400/2000 scenarios plotted for editability (fixed seed 0); black diamonds are the FULL-sample 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3550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Calibri"/>
              </a:rPr>
              <a:t>source: shap_map_contributions.csv · DeepSets / GNN / Set Transformer, ens, seed 1, super-emitter benchmark · every chart is native and fully editable (right-click → Edit Data)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
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17951" cy="63215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ap_beeswarm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617951" cy="6321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